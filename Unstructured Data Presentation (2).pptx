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y="5143500" cx="9144000"/>
  <p:notesSz cx="6858000" cy="9144000"/>
  <p:embeddedFontLst>
    <p:embeddedFont>
      <p:font typeface="Playfair Display Medium"/>
      <p:regular r:id="rId30"/>
      <p:bold r:id="rId31"/>
      <p:italic r:id="rId32"/>
      <p:boldItalic r:id="rId33"/>
    </p:embeddedFont>
    <p:embeddedFont>
      <p:font typeface="Playfair Display"/>
      <p:regular r:id="rId34"/>
      <p:bold r:id="rId35"/>
      <p:italic r:id="rId36"/>
      <p:boldItalic r:id="rId37"/>
    </p:embeddedFont>
    <p:embeddedFont>
      <p:font typeface="Lato"/>
      <p:regular r:id="rId38"/>
      <p:bold r:id="rId39"/>
      <p:italic r:id="rId40"/>
      <p:boldItalic r:id="rId41"/>
    </p:embeddedFont>
    <p:embeddedFont>
      <p:font typeface="Roboto Mono"/>
      <p:regular r:id="rId42"/>
      <p:bold r:id="rId43"/>
      <p:italic r:id="rId44"/>
      <p:boldItalic r:id="rId45"/>
    </p:embeddedFont>
    <p:embeddedFont>
      <p:font typeface="Playfair Display SemiBold"/>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41E3DE-9536-41A4-A809-FC6227A7D1ED}">
  <a:tblStyle styleId="{4B41E3DE-9536-41A4-A809-FC6227A7D1E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42" Type="http://schemas.openxmlformats.org/officeDocument/2006/relationships/font" Target="fonts/RobotoMono-regular.fntdata"/><Relationship Id="rId41" Type="http://schemas.openxmlformats.org/officeDocument/2006/relationships/font" Target="fonts/Lato-boldItalic.fntdata"/><Relationship Id="rId44" Type="http://schemas.openxmlformats.org/officeDocument/2006/relationships/font" Target="fonts/RobotoMono-italic.fntdata"/><Relationship Id="rId43" Type="http://schemas.openxmlformats.org/officeDocument/2006/relationships/font" Target="fonts/RobotoMono-bold.fntdata"/><Relationship Id="rId46" Type="http://schemas.openxmlformats.org/officeDocument/2006/relationships/font" Target="fonts/PlayfairDisplaySemiBold-regular.fntdata"/><Relationship Id="rId45" Type="http://schemas.openxmlformats.org/officeDocument/2006/relationships/font" Target="fonts/RobotoMon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layfairDisplaySemiBold-italic.fntdata"/><Relationship Id="rId47" Type="http://schemas.openxmlformats.org/officeDocument/2006/relationships/font" Target="fonts/PlayfairDisplaySemiBold-bold.fntdata"/><Relationship Id="rId49" Type="http://schemas.openxmlformats.org/officeDocument/2006/relationships/font" Target="fonts/PlayfairDisplaySemiBold-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layfairDisplayMedium-bold.fntdata"/><Relationship Id="rId30" Type="http://schemas.openxmlformats.org/officeDocument/2006/relationships/font" Target="fonts/PlayfairDisplayMedium-regular.fntdata"/><Relationship Id="rId33" Type="http://schemas.openxmlformats.org/officeDocument/2006/relationships/font" Target="fonts/PlayfairDisplayMedium-boldItalic.fntdata"/><Relationship Id="rId32" Type="http://schemas.openxmlformats.org/officeDocument/2006/relationships/font" Target="fonts/PlayfairDisplayMedium-italic.fntdata"/><Relationship Id="rId35" Type="http://schemas.openxmlformats.org/officeDocument/2006/relationships/font" Target="fonts/PlayfairDisplay-bold.fntdata"/><Relationship Id="rId34" Type="http://schemas.openxmlformats.org/officeDocument/2006/relationships/font" Target="fonts/PlayfairDisplay-regular.fntdata"/><Relationship Id="rId37" Type="http://schemas.openxmlformats.org/officeDocument/2006/relationships/font" Target="fonts/PlayfairDisplay-boldItalic.fntdata"/><Relationship Id="rId36" Type="http://schemas.openxmlformats.org/officeDocument/2006/relationships/font" Target="fonts/PlayfairDisplay-italic.fntdata"/><Relationship Id="rId39" Type="http://schemas.openxmlformats.org/officeDocument/2006/relationships/font" Target="fonts/Lato-bold.fntdata"/><Relationship Id="rId38" Type="http://schemas.openxmlformats.org/officeDocument/2006/relationships/font" Target="fonts/Lato-regular.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599d0e3b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599d0e3b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d599d0e3bc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d599d0e3bc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Statement</a:t>
            </a:r>
            <a:r>
              <a:rPr lang="en"/>
              <a:t> of problem - Emily</a:t>
            </a:r>
            <a:endParaRPr/>
          </a:p>
          <a:p>
            <a:pPr indent="0" lvl="0" marL="0" rtl="0" algn="l">
              <a:spcBef>
                <a:spcPts val="0"/>
              </a:spcBef>
              <a:spcAft>
                <a:spcPts val="0"/>
              </a:spcAft>
              <a:buNone/>
            </a:pPr>
            <a:r>
              <a:rPr lang="en"/>
              <a:t>Data - Becca</a:t>
            </a:r>
            <a:endParaRPr/>
          </a:p>
          <a:p>
            <a:pPr indent="0" lvl="0" marL="0" rtl="0" algn="l">
              <a:spcBef>
                <a:spcPts val="0"/>
              </a:spcBef>
              <a:spcAft>
                <a:spcPts val="0"/>
              </a:spcAft>
              <a:buNone/>
            </a:pPr>
            <a:r>
              <a:rPr lang="en"/>
              <a:t>Code - Fidelis</a:t>
            </a:r>
            <a:endParaRPr/>
          </a:p>
          <a:p>
            <a:pPr indent="0" lvl="0" marL="0" rtl="0" algn="l">
              <a:spcBef>
                <a:spcPts val="0"/>
              </a:spcBef>
              <a:spcAft>
                <a:spcPts val="0"/>
              </a:spcAft>
              <a:buNone/>
            </a:pPr>
            <a:r>
              <a:rPr lang="en"/>
              <a:t>Challenges - Cameron</a:t>
            </a:r>
            <a:endParaRPr/>
          </a:p>
          <a:p>
            <a:pPr indent="0" lvl="0" marL="0" rtl="0" algn="l">
              <a:spcBef>
                <a:spcPts val="0"/>
              </a:spcBef>
              <a:spcAft>
                <a:spcPts val="0"/>
              </a:spcAft>
              <a:buNone/>
            </a:pPr>
            <a:r>
              <a:rPr lang="en"/>
              <a:t>Next steps - Gaby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5a3f98919_5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d5a3f98919_5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3d599d0e3bc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3d599d0e3bc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599d0e3bc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d599d0e3bc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d599d0e3bc_0_3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4" name="Google Shape;364;g3d599d0e3bc_0_3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"So what data are we actually analyzing to achieve this? That's where GDELT comes in. The Global Database of Events, Language, and Tone is an open-data platform that monitors news media across broadcast, print, and web sources in over 100 languages. Every 15 minutes, 24/7, it publishes new structured event records going all the way back to 1979. Each record represents a single news-reported interaction between two actors — a government, a military, an organization — coded using a standardized conflict classification system. What makes GDELT uniquely suited for our project is that there's no scraping, no API limits, and the data arrives pre-structured and ready to process."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d5ea72677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d5ea7267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Char char="●"/>
            </a:pPr>
            <a:r>
              <a:rPr lang="en">
                <a:solidFill>
                  <a:schemeClr val="dk1"/>
                </a:solidFill>
              </a:rPr>
              <a:t>As for the actual features, GDELT is rich with data - almost to a fault. The database has over 50 columns per record, but we focus on just a few with high impact. For example, EventCode tells us what kind of event occurred — an armed assault, a ceasefire, a protest. ActionGeo Country tells us where the event actually happened. AvgTone captures the sentiment of the news coverage around that event, specifically looking at the language used. The Goldstein Scale is a theoretical measure of how destabilizing or cooperative an event type is — </a:t>
            </a:r>
            <a:r>
              <a:rPr b="1" lang="en">
                <a:solidFill>
                  <a:schemeClr val="dk1"/>
                </a:solidFill>
              </a:rPr>
              <a:t>independently of how it's being covered.</a:t>
            </a:r>
            <a:r>
              <a:rPr lang="en">
                <a:solidFill>
                  <a:schemeClr val="dk1"/>
                </a:solidFill>
              </a:rPr>
              <a:t> It ranges from negative 10, for the most destabilizing actions like military attacks, to positive 10 for cooperative gestures like peace agreements. To note, GDELT pre-processes each record before publishing — Goldstein scores are fixed values from the CAMEO academic framework, while AvgTone is computed automatically by GDELT's own NLP pipeline on the source articles. And finally, Mentions tells us how widely reported the event was — giving us a sense of significance to the event.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d5ea726778_0_4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d5ea726778_0_4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"To turn this raw data into meaningful information, we use AvgTone to automatically classify every incoming event into one of three tiers. As there is no single standard for classification, we created thresholds. Above negative 1 is Stable, meaning no immediate concern. Between negative 3 and negative 1 is a Monitored Event with elevated tension worth tracking. Below negative 3 is Critical, indicating severe negative sentiment suggesting likely active conflict. To illustrate the class distribution in our observed streaming window, 31% were classified as stable, 26% were classified as Monitored, and 43% of ingested events were classified as Critical. To understand more about the code itself, I will pass it on to [teammate]."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d5a3f98919_5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d5a3f98919_5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81000" marR="381000" rtl="0" algn="l">
              <a:lnSpc>
                <a:spcPct val="115000"/>
              </a:lnSpc>
              <a:spcBef>
                <a:spcPts val="1200"/>
              </a:spcBef>
              <a:spcAft>
                <a:spcPts val="0"/>
              </a:spcAft>
              <a:buClr>
                <a:schemeClr val="dk1"/>
              </a:buClr>
              <a:buSzPts val="1100"/>
              <a:buNone/>
            </a:pPr>
            <a:r>
              <a:rPr lang="en">
                <a:solidFill>
                  <a:schemeClr val="dk1"/>
                </a:solidFill>
              </a:rPr>
              <a:t>“This slide shows the overall architecture of our real-time streaming pipeline.</a:t>
            </a:r>
            <a:br>
              <a:rPr lang="en">
                <a:solidFill>
                  <a:schemeClr val="dk1"/>
                </a:solidFill>
              </a:rPr>
            </a:br>
            <a:r>
              <a:rPr lang="en">
                <a:solidFill>
                  <a:schemeClr val="dk1"/>
                </a:solidFill>
              </a:rPr>
              <a:t> We designed it in three main layers: ingestion, stream processing, and analytics output.”</a:t>
            </a:r>
            <a:endParaRPr>
              <a:solidFill>
                <a:schemeClr val="dk1"/>
              </a:solidFill>
            </a:endParaRPr>
          </a:p>
          <a:p>
            <a:pPr indent="0" lvl="0" marL="0" rtl="0" algn="l">
              <a:lnSpc>
                <a:spcPct val="115000"/>
              </a:lnSpc>
              <a:spcBef>
                <a:spcPts val="1200"/>
              </a:spcBef>
              <a:spcAft>
                <a:spcPts val="0"/>
              </a:spcAft>
              <a:buClr>
                <a:schemeClr val="dk1"/>
              </a:buClr>
              <a:buSzPts val="1100"/>
              <a:buNone/>
            </a:pPr>
            <a:r>
              <a:rPr lang="en">
                <a:solidFill>
                  <a:schemeClr val="dk1"/>
                </a:solidFill>
              </a:rPr>
              <a:t>👉 Then quickly walk:</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Ingestion layer</a:t>
            </a:r>
            <a:r>
              <a:rPr lang="en">
                <a:solidFill>
                  <a:schemeClr val="dk1"/>
                </a:solidFill>
              </a:rPr>
              <a:t> → data comes from GDELT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Stream processing</a:t>
            </a:r>
            <a:r>
              <a:rPr lang="en">
                <a:solidFill>
                  <a:schemeClr val="dk1"/>
                </a:solidFill>
              </a:rPr>
              <a:t> → Spark processes data in real time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Analytics layer</a:t>
            </a:r>
            <a:r>
              <a:rPr lang="en">
                <a:solidFill>
                  <a:schemeClr val="dk1"/>
                </a:solidFill>
              </a:rPr>
              <a:t> → dashboards + results</a:t>
            </a:r>
            <a:endParaRPr>
              <a:solidFill>
                <a:schemeClr val="dk1"/>
              </a:solidFill>
            </a:endParaRPr>
          </a:p>
          <a:p>
            <a:pPr indent="0" lvl="0" marL="0" rtl="0" algn="l">
              <a:lnSpc>
                <a:spcPct val="115000"/>
              </a:lnSpc>
              <a:spcBef>
                <a:spcPts val="1200"/>
              </a:spcBef>
              <a:spcAft>
                <a:spcPts val="0"/>
              </a:spcAft>
              <a:buClr>
                <a:schemeClr val="dk1"/>
              </a:buClr>
              <a:buSzPts val="1100"/>
              <a:buNone/>
            </a:pPr>
            <a:r>
              <a:rPr lang="en">
                <a:solidFill>
                  <a:schemeClr val="dk1"/>
                </a:solidFill>
              </a:rPr>
              <a:t>👉 End with:</a:t>
            </a:r>
            <a:endParaRPr>
              <a:solidFill>
                <a:schemeClr val="dk1"/>
              </a:solidFill>
            </a:endParaRPr>
          </a:p>
          <a:p>
            <a:pPr indent="0" lvl="0" marL="381000" marR="381000" rtl="0" algn="l">
              <a:lnSpc>
                <a:spcPct val="115000"/>
              </a:lnSpc>
              <a:spcBef>
                <a:spcPts val="1200"/>
              </a:spcBef>
              <a:spcAft>
                <a:spcPts val="0"/>
              </a:spcAft>
              <a:buClr>
                <a:schemeClr val="dk1"/>
              </a:buClr>
              <a:buSzPts val="1100"/>
              <a:buNone/>
            </a:pPr>
            <a:r>
              <a:rPr lang="en">
                <a:solidFill>
                  <a:schemeClr val="dk1"/>
                </a:solidFill>
              </a:rPr>
              <a:t>“The goal was to move from static reports to continuous, real-time monitoring.”</a:t>
            </a:r>
            <a:endParaRPr>
              <a:solidFill>
                <a:schemeClr val="dk1"/>
              </a:solidFill>
            </a:endParaRPr>
          </a:p>
          <a:p>
            <a:pPr indent="0" lvl="0" marL="0" rtl="0" algn="l">
              <a:spcBef>
                <a:spcPts val="1200"/>
              </a:spcBef>
              <a:spcAft>
                <a:spcPts val="0"/>
              </a:spcAft>
              <a:buClr>
                <a:schemeClr val="dk1"/>
              </a:buClr>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d5a3f98919_5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3d5a3f98919_5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None/>
            </a:pPr>
            <a:r>
              <a:rPr lang="en" sz="1400">
                <a:solidFill>
                  <a:srgbClr val="1C2026"/>
                </a:solidFill>
                <a:highlight>
                  <a:srgbClr val="FBFBFB"/>
                </a:highlight>
              </a:rPr>
              <a:t>2.allowing our code to always download the newest available data</a:t>
            </a:r>
            <a:endParaRPr sz="1400">
              <a:solidFill>
                <a:srgbClr val="1C2026"/>
              </a:solidFill>
              <a:highlight>
                <a:srgbClr val="FBFBFB"/>
              </a:highlight>
            </a:endParaRPr>
          </a:p>
          <a:p>
            <a:pPr indent="0" lvl="0" marL="0" rtl="0" algn="l">
              <a:spcBef>
                <a:spcPts val="0"/>
              </a:spcBef>
              <a:spcAft>
                <a:spcPts val="0"/>
              </a:spcAft>
              <a:buNone/>
            </a:pPr>
            <a:r>
              <a:rPr lang="en" sz="1400">
                <a:solidFill>
                  <a:schemeClr val="dk1"/>
                </a:solidFill>
              </a:rPr>
              <a:t>3.This ensures Spark Structured Streaming recognizes them as new events even if the GDELT timestamp is identical.</a:t>
            </a:r>
            <a:endParaRPr sz="1400">
              <a:solidFill>
                <a:schemeClr val="dk1"/>
              </a:solidFill>
            </a:endParaRPr>
          </a:p>
          <a:p>
            <a:pPr indent="457200" lvl="0" marL="0" rtl="0" algn="l">
              <a:lnSpc>
                <a:spcPct val="135714"/>
              </a:lnSpc>
              <a:spcBef>
                <a:spcPts val="0"/>
              </a:spcBef>
              <a:spcAft>
                <a:spcPts val="0"/>
              </a:spcAft>
              <a:buClr>
                <a:schemeClr val="dk1"/>
              </a:buClr>
              <a:buSzPts val="1100"/>
              <a:buNone/>
            </a:pPr>
            <a:r>
              <a:t/>
            </a:r>
            <a:endParaRPr sz="1400">
              <a:solidFill>
                <a:srgbClr val="1C2026"/>
              </a:solidFill>
              <a:highlight>
                <a:srgbClr val="FBFBFB"/>
              </a:highlight>
            </a:endParaRPr>
          </a:p>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d5a3f98919_5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3d5a3f98919_5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None/>
            </a:pPr>
            <a:r>
              <a:rPr lang="en">
                <a:solidFill>
                  <a:schemeClr val="dk1"/>
                </a:solidFill>
              </a:rPr>
              <a:t>In Spark Structured Streaming, you typically need at least two threads:</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a:solidFill>
                  <a:schemeClr val="dk1"/>
                </a:solidFill>
              </a:rPr>
              <a:t>Thread 1 (Receiver/Manager):</a:t>
            </a:r>
            <a:r>
              <a:rPr lang="en">
                <a:solidFill>
                  <a:schemeClr val="dk1"/>
                </a:solidFill>
              </a:rPr>
              <a:t> To stay active and "listen" for new files arriving in your </a:t>
            </a:r>
            <a:r>
              <a:rPr lang="en">
                <a:solidFill>
                  <a:srgbClr val="188038"/>
                </a:solidFill>
                <a:latin typeface="Roboto Mono"/>
                <a:ea typeface="Roboto Mono"/>
                <a:cs typeface="Roboto Mono"/>
                <a:sym typeface="Roboto Mono"/>
              </a:rPr>
              <a:t>gdelt_stream</a:t>
            </a:r>
            <a:r>
              <a:rPr lang="en">
                <a:solidFill>
                  <a:schemeClr val="dk1"/>
                </a:solidFill>
              </a:rPr>
              <a:t> folder.</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Thread 2 (Processor):</a:t>
            </a:r>
            <a:r>
              <a:rPr lang="en">
                <a:solidFill>
                  <a:schemeClr val="dk1"/>
                </a:solidFill>
              </a:rPr>
              <a:t> To actually run the code, calculate the Tone, and apply the UDF.</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brain-space available to your Spark program-2GB is the "sweet spot" for a local project. It is large enough to prevent </a:t>
            </a:r>
            <a:r>
              <a:rPr b="1" lang="en">
                <a:solidFill>
                  <a:schemeClr val="dk1"/>
                </a:solidFill>
              </a:rPr>
              <a:t>OutOfMemory (OOM) Errors</a:t>
            </a:r>
            <a:r>
              <a:rPr lang="en">
                <a:solidFill>
                  <a:schemeClr val="dk1"/>
                </a:solidFill>
              </a:rPr>
              <a:t> during a heavy conflict spike (like a high-volume news day) but small enough to run on a standard laptop</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chemeClr val="dk1"/>
                </a:solidFill>
              </a:rPr>
              <a:t>y default, Spark sets this to </a:t>
            </a:r>
            <a:r>
              <a:rPr b="1" lang="en">
                <a:solidFill>
                  <a:schemeClr val="dk1"/>
                </a:solidFill>
              </a:rPr>
              <a:t>200</a:t>
            </a:r>
            <a:r>
              <a:rPr lang="en">
                <a:solidFill>
                  <a:schemeClr val="dk1"/>
                </a:solidFill>
              </a:rPr>
              <a:t>. This means every time you perform a </a:t>
            </a:r>
            <a:r>
              <a:rPr lang="en">
                <a:solidFill>
                  <a:srgbClr val="188038"/>
                </a:solidFill>
                <a:latin typeface="Roboto Mono"/>
                <a:ea typeface="Roboto Mono"/>
                <a:cs typeface="Roboto Mono"/>
                <a:sym typeface="Roboto Mono"/>
              </a:rPr>
              <a:t>.groupBy()</a:t>
            </a:r>
            <a:r>
              <a:rPr lang="en">
                <a:solidFill>
                  <a:schemeClr val="dk1"/>
                </a:solidFill>
              </a:rPr>
              <a:t> (like counting events by country), Spark tries to split the data into 200 tiny pieces.</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Overhead:</a:t>
            </a:r>
            <a:r>
              <a:rPr lang="en">
                <a:solidFill>
                  <a:schemeClr val="dk1"/>
                </a:solidFill>
              </a:rPr>
              <a:t> Because you are processing small 15-minute batches from GDELT, creating 200 tasks would create massive "scheduling overhead." Spark would spend more time managing the tasks than actually doing the math.</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Alignment:</a:t>
            </a:r>
            <a:r>
              <a:rPr lang="en">
                <a:solidFill>
                  <a:schemeClr val="dk1"/>
                </a:solidFill>
              </a:rPr>
              <a:t> Setting this to </a:t>
            </a:r>
            <a:r>
              <a:rPr b="1" lang="en">
                <a:solidFill>
                  <a:schemeClr val="dk1"/>
                </a:solidFill>
              </a:rPr>
              <a:t>2</a:t>
            </a:r>
            <a:r>
              <a:rPr lang="en">
                <a:solidFill>
                  <a:schemeClr val="dk1"/>
                </a:solidFill>
              </a:rPr>
              <a:t> aligns perfectly with your </a:t>
            </a:r>
            <a:r>
              <a:rPr lang="en">
                <a:solidFill>
                  <a:srgbClr val="188038"/>
                </a:solidFill>
                <a:latin typeface="Roboto Mono"/>
                <a:ea typeface="Roboto Mono"/>
                <a:cs typeface="Roboto Mono"/>
                <a:sym typeface="Roboto Mono"/>
              </a:rPr>
              <a:t>local[2]</a:t>
            </a:r>
            <a:r>
              <a:rPr lang="en">
                <a:solidFill>
                  <a:schemeClr val="dk1"/>
                </a:solidFill>
              </a:rPr>
              <a:t> setting. It ensures that both CPU cores stay busy with one partition each, making the "Running Aggregates" and "Windowing" steps significantly faster.</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rgbClr val="188038"/>
                </a:solidFill>
                <a:latin typeface="Roboto Mono"/>
                <a:ea typeface="Roboto Mono"/>
                <a:cs typeface="Roboto Mono"/>
                <a:sym typeface="Roboto Mono"/>
              </a:rPr>
              <a:t>cast</a:t>
            </a:r>
            <a:r>
              <a:rPr lang="en">
                <a:solidFill>
                  <a:schemeClr val="dk1"/>
                </a:solidFill>
              </a:rPr>
              <a:t> — Converting to the Correct Data Type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lang="en">
                <a:solidFill>
                  <a:srgbClr val="188038"/>
                </a:solidFill>
                <a:latin typeface="Roboto Mono"/>
                <a:ea typeface="Roboto Mono"/>
                <a:cs typeface="Roboto Mono"/>
                <a:sym typeface="Roboto Mono"/>
              </a:rPr>
              <a:t>try_</a:t>
            </a:r>
            <a:r>
              <a:rPr lang="en">
                <a:solidFill>
                  <a:schemeClr val="dk1"/>
                </a:solidFill>
              </a:rPr>
              <a:t> prefix? (The "Safety Net")</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Fault Tolerance:</a:t>
            </a:r>
            <a:r>
              <a:rPr lang="en">
                <a:solidFill>
                  <a:schemeClr val="dk1"/>
                </a:solidFill>
              </a:rPr>
              <a:t> If the 35th column happens to be a random piece of text instead of a number, </a:t>
            </a:r>
            <a:r>
              <a:rPr lang="en">
                <a:solidFill>
                  <a:srgbClr val="188038"/>
                </a:solidFill>
                <a:latin typeface="Roboto Mono"/>
                <a:ea typeface="Roboto Mono"/>
                <a:cs typeface="Roboto Mono"/>
                <a:sym typeface="Roboto Mono"/>
              </a:rPr>
              <a:t>try_cast</a:t>
            </a:r>
            <a:r>
              <a:rPr lang="en">
                <a:solidFill>
                  <a:schemeClr val="dk1"/>
                </a:solidFill>
              </a:rPr>
              <a:t> will return </a:t>
            </a:r>
            <a:r>
              <a:rPr lang="en">
                <a:solidFill>
                  <a:srgbClr val="188038"/>
                </a:solidFill>
                <a:latin typeface="Roboto Mono"/>
                <a:ea typeface="Roboto Mono"/>
                <a:cs typeface="Roboto Mono"/>
                <a:sym typeface="Roboto Mono"/>
              </a:rPr>
              <a:t>NULL</a:t>
            </a:r>
            <a:r>
              <a:rPr lang="en">
                <a:solidFill>
                  <a:schemeClr val="dk1"/>
                </a:solidFill>
              </a:rPr>
              <a:t> instead of crashing the program.</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en">
                <a:solidFill>
                  <a:schemeClr val="dk1"/>
                </a:solidFill>
              </a:rPr>
              <a:t>Data Cleaning:</a:t>
            </a:r>
            <a:r>
              <a:rPr lang="en">
                <a:solidFill>
                  <a:schemeClr val="dk1"/>
                </a:solidFill>
              </a:rPr>
              <a:t> It automatically filters out "garbage" data. You can later use </a:t>
            </a:r>
            <a:r>
              <a:rPr lang="en">
                <a:solidFill>
                  <a:srgbClr val="188038"/>
                </a:solidFill>
                <a:latin typeface="Roboto Mono"/>
                <a:ea typeface="Roboto Mono"/>
                <a:cs typeface="Roboto Mono"/>
                <a:sym typeface="Roboto Mono"/>
              </a:rPr>
              <a:t>.na.drop()</a:t>
            </a:r>
            <a:r>
              <a:rPr lang="en">
                <a:solidFill>
                  <a:schemeClr val="dk1"/>
                </a:solidFill>
              </a:rPr>
              <a:t> or </a:t>
            </a:r>
            <a:r>
              <a:rPr lang="en">
                <a:solidFill>
                  <a:srgbClr val="188038"/>
                </a:solidFill>
                <a:latin typeface="Roboto Mono"/>
                <a:ea typeface="Roboto Mono"/>
                <a:cs typeface="Roboto Mono"/>
                <a:sym typeface="Roboto Mono"/>
              </a:rPr>
              <a:t>.fillna()</a:t>
            </a:r>
            <a:r>
              <a:rPr lang="en">
                <a:solidFill>
                  <a:schemeClr val="dk1"/>
                </a:solidFill>
              </a:rPr>
              <a:t> to handle those null values, ensuring your "Critical Distress" averages aren't skewed by corrupt data points.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spcBef>
                <a:spcPts val="1200"/>
              </a:spcBef>
              <a:spcAft>
                <a:spcPts val="0"/>
              </a:spcAft>
              <a:buClr>
                <a:schemeClr val="dk1"/>
              </a:buClr>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d5a3f98919_5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d5a3f98919_5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d5a3f98919_5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3d5a3f98919_5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d5a3f98919_5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8" name="Google Shape;458;g3d5a3f98919_5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3d5a3f98919_5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3d5a3f98919_5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3d5a3f98919_5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3d5a3f98919_5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d5a3f9891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3d5a3f9891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5a3f9891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d5a3f9891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d599d0e3bc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d599d0e3bc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3d5e244f94f_2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3d5e244f94f_2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3d5a3f98919_4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3d5a3f98919_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d5e244f94f_2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d5e244f94f_2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d599d0e3bc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d599d0e3bc_0_4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None/>
            </a:pPr>
            <a:r>
              <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itle only">
  <p:cSld name="BLANK_1_1_1_1">
    <p:spTree>
      <p:nvGrpSpPr>
        <p:cNvPr id="10" name="Shape 10"/>
        <p:cNvGrpSpPr/>
        <p:nvPr/>
      </p:nvGrpSpPr>
      <p:grpSpPr>
        <a:xfrm>
          <a:off x="0" y="0"/>
          <a:ext cx="0" cy="0"/>
          <a:chOff x="0" y="0"/>
          <a:chExt cx="0" cy="0"/>
        </a:xfrm>
      </p:grpSpPr>
      <p:sp>
        <p:nvSpPr>
          <p:cNvPr id="11" name="Google Shape;11;p2"/>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2" name="Google Shape;12;p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3" name="Google Shape;13;p2"/>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p:cSld name="BLANK_1_1_1_1_8">
    <p:spTree>
      <p:nvGrpSpPr>
        <p:cNvPr id="14" name="Shape 14"/>
        <p:cNvGrpSpPr/>
        <p:nvPr/>
      </p:nvGrpSpPr>
      <p:grpSpPr>
        <a:xfrm>
          <a:off x="0" y="0"/>
          <a:ext cx="0" cy="0"/>
          <a:chOff x="0" y="0"/>
          <a:chExt cx="0" cy="0"/>
        </a:xfrm>
      </p:grpSpPr>
      <p:sp>
        <p:nvSpPr>
          <p:cNvPr id="15" name="Google Shape;15;p3"/>
          <p:cNvSpPr txBox="1"/>
          <p:nvPr>
            <p:ph type="title"/>
          </p:nvPr>
        </p:nvSpPr>
        <p:spPr>
          <a:xfrm>
            <a:off x="276075" y="457200"/>
            <a:ext cx="57132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6" name="Google Shape;16;p3"/>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7" name="Google Shape;17;p3"/>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idx="2" type="subTitle"/>
          </p:nvPr>
        </p:nvSpPr>
        <p:spPr>
          <a:xfrm>
            <a:off x="4071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9" name="Google Shape;19;p3"/>
          <p:cNvSpPr txBox="1"/>
          <p:nvPr>
            <p:ph idx="3" type="subTitle"/>
          </p:nvPr>
        </p:nvSpPr>
        <p:spPr>
          <a:xfrm>
            <a:off x="27105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20" name="Google Shape;20;p3"/>
          <p:cNvSpPr txBox="1"/>
          <p:nvPr>
            <p:ph idx="4" type="subTitle"/>
          </p:nvPr>
        </p:nvSpPr>
        <p:spPr>
          <a:xfrm>
            <a:off x="501400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21" name="Google Shape;21;p3"/>
          <p:cNvSpPr txBox="1"/>
          <p:nvPr>
            <p:ph idx="5" type="subTitle"/>
          </p:nvPr>
        </p:nvSpPr>
        <p:spPr>
          <a:xfrm>
            <a:off x="7317450" y="1488125"/>
            <a:ext cx="1359000" cy="215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22" name="Google Shape;22;p3"/>
          <p:cNvSpPr txBox="1"/>
          <p:nvPr>
            <p:ph idx="6" type="body"/>
          </p:nvPr>
        </p:nvSpPr>
        <p:spPr>
          <a:xfrm>
            <a:off x="4071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23" name="Google Shape;23;p3"/>
          <p:cNvSpPr txBox="1"/>
          <p:nvPr>
            <p:ph idx="7" type="body"/>
          </p:nvPr>
        </p:nvSpPr>
        <p:spPr>
          <a:xfrm>
            <a:off x="27105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24" name="Google Shape;24;p3"/>
          <p:cNvSpPr txBox="1"/>
          <p:nvPr>
            <p:ph idx="8" type="body"/>
          </p:nvPr>
        </p:nvSpPr>
        <p:spPr>
          <a:xfrm>
            <a:off x="501400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25" name="Google Shape;25;p3"/>
          <p:cNvSpPr txBox="1"/>
          <p:nvPr>
            <p:ph idx="9" type="body"/>
          </p:nvPr>
        </p:nvSpPr>
        <p:spPr>
          <a:xfrm>
            <a:off x="7317450" y="1895400"/>
            <a:ext cx="1422300" cy="7557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text boxes with small statement">
  <p:cSld name="BLANK_1_1_1_1_6">
    <p:spTree>
      <p:nvGrpSpPr>
        <p:cNvPr id="26" name="Shape 26"/>
        <p:cNvGrpSpPr/>
        <p:nvPr/>
      </p:nvGrpSpPr>
      <p:grpSpPr>
        <a:xfrm>
          <a:off x="0" y="0"/>
          <a:ext cx="0" cy="0"/>
          <a:chOff x="0" y="0"/>
          <a:chExt cx="0" cy="0"/>
        </a:xfrm>
      </p:grpSpPr>
      <p:sp>
        <p:nvSpPr>
          <p:cNvPr id="27" name="Google Shape;27;p4"/>
          <p:cNvSpPr txBox="1"/>
          <p:nvPr>
            <p:ph idx="1" type="body"/>
          </p:nvPr>
        </p:nvSpPr>
        <p:spPr>
          <a:xfrm>
            <a:off x="5503325" y="524750"/>
            <a:ext cx="3356100" cy="877800"/>
          </a:xfrm>
          <a:prstGeom prst="rect">
            <a:avLst/>
          </a:prstGeom>
        </p:spPr>
        <p:txBody>
          <a:bodyPr anchorCtr="0" anchor="t" bIns="0" lIns="0" spcFirstLastPara="1" rIns="0" wrap="square" tIns="0">
            <a:spAutoFit/>
          </a:bodyPr>
          <a:lstStyle>
            <a:lvl1pPr indent="-342900" lvl="0" marL="457200">
              <a:spcBef>
                <a:spcPts val="0"/>
              </a:spcBef>
              <a:spcAft>
                <a:spcPts val="0"/>
              </a:spcAft>
              <a:buClr>
                <a:schemeClr val="lt1"/>
              </a:buClr>
              <a:buSzPts val="1800"/>
              <a:buFont typeface="Lato"/>
              <a:buChar char="●"/>
              <a:defRPr sz="1800"/>
            </a:lvl1pPr>
            <a:lvl2pPr indent="-342900" lvl="1" marL="914400">
              <a:spcBef>
                <a:spcPts val="0"/>
              </a:spcBef>
              <a:spcAft>
                <a:spcPts val="0"/>
              </a:spcAft>
              <a:buClr>
                <a:schemeClr val="lt1"/>
              </a:buClr>
              <a:buSzPts val="1800"/>
              <a:buFont typeface="Lato"/>
              <a:buChar char="○"/>
              <a:defRPr sz="1800"/>
            </a:lvl2pPr>
            <a:lvl3pPr indent="-342900" lvl="2" marL="1371600">
              <a:spcBef>
                <a:spcPts val="0"/>
              </a:spcBef>
              <a:spcAft>
                <a:spcPts val="0"/>
              </a:spcAft>
              <a:buClr>
                <a:schemeClr val="lt1"/>
              </a:buClr>
              <a:buSzPts val="1800"/>
              <a:buFont typeface="Lato"/>
              <a:buChar char="■"/>
              <a:defRPr sz="1800"/>
            </a:lvl3pPr>
            <a:lvl4pPr indent="-342900" lvl="3" marL="1828800">
              <a:spcBef>
                <a:spcPts val="0"/>
              </a:spcBef>
              <a:spcAft>
                <a:spcPts val="0"/>
              </a:spcAft>
              <a:buClr>
                <a:schemeClr val="lt1"/>
              </a:buClr>
              <a:buSzPts val="1800"/>
              <a:buFont typeface="Lato"/>
              <a:buChar char="●"/>
              <a:defRPr sz="1800"/>
            </a:lvl4pPr>
            <a:lvl5pPr indent="-342900" lvl="4" marL="2286000">
              <a:spcBef>
                <a:spcPts val="0"/>
              </a:spcBef>
              <a:spcAft>
                <a:spcPts val="0"/>
              </a:spcAft>
              <a:buClr>
                <a:schemeClr val="lt1"/>
              </a:buClr>
              <a:buSzPts val="1800"/>
              <a:buFont typeface="Lato"/>
              <a:buChar char="○"/>
              <a:defRPr sz="1800"/>
            </a:lvl5pPr>
            <a:lvl6pPr indent="-342900" lvl="5" marL="2743200">
              <a:spcBef>
                <a:spcPts val="0"/>
              </a:spcBef>
              <a:spcAft>
                <a:spcPts val="0"/>
              </a:spcAft>
              <a:buClr>
                <a:schemeClr val="lt1"/>
              </a:buClr>
              <a:buSzPts val="1800"/>
              <a:buFont typeface="Lato"/>
              <a:buChar char="■"/>
              <a:defRPr sz="1800"/>
            </a:lvl6pPr>
            <a:lvl7pPr indent="-342900" lvl="6" marL="3200400">
              <a:spcBef>
                <a:spcPts val="0"/>
              </a:spcBef>
              <a:spcAft>
                <a:spcPts val="0"/>
              </a:spcAft>
              <a:buClr>
                <a:schemeClr val="lt1"/>
              </a:buClr>
              <a:buSzPts val="1800"/>
              <a:buFont typeface="Lato"/>
              <a:buChar char="●"/>
              <a:defRPr sz="1800"/>
            </a:lvl7pPr>
            <a:lvl8pPr indent="-342900" lvl="7" marL="3657600">
              <a:spcBef>
                <a:spcPts val="0"/>
              </a:spcBef>
              <a:spcAft>
                <a:spcPts val="0"/>
              </a:spcAft>
              <a:buClr>
                <a:schemeClr val="lt1"/>
              </a:buClr>
              <a:buSzPts val="1800"/>
              <a:buFont typeface="Lato"/>
              <a:buChar char="○"/>
              <a:defRPr sz="1800"/>
            </a:lvl8pPr>
            <a:lvl9pPr indent="-342900" lvl="8" marL="4114800">
              <a:spcBef>
                <a:spcPts val="0"/>
              </a:spcBef>
              <a:spcAft>
                <a:spcPts val="0"/>
              </a:spcAft>
              <a:buClr>
                <a:schemeClr val="lt1"/>
              </a:buClr>
              <a:buSzPts val="1800"/>
              <a:buFont typeface="Lato"/>
              <a:buChar char="■"/>
              <a:defRPr sz="1800"/>
            </a:lvl9pPr>
          </a:lstStyle>
          <a:p/>
        </p:txBody>
      </p:sp>
      <p:sp>
        <p:nvSpPr>
          <p:cNvPr id="28" name="Google Shape;28;p4"/>
          <p:cNvSpPr txBox="1"/>
          <p:nvPr>
            <p:ph type="title"/>
          </p:nvPr>
        </p:nvSpPr>
        <p:spPr>
          <a:xfrm>
            <a:off x="276075" y="457200"/>
            <a:ext cx="50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29" name="Google Shape;29;p4"/>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30" name="Google Shape;30;p4"/>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4"/>
          <p:cNvSpPr txBox="1"/>
          <p:nvPr>
            <p:ph idx="3" type="subTitle"/>
          </p:nvPr>
        </p:nvSpPr>
        <p:spPr>
          <a:xfrm>
            <a:off x="27952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2" name="Google Shape;32;p4"/>
          <p:cNvSpPr txBox="1"/>
          <p:nvPr>
            <p:ph idx="4" type="subTitle"/>
          </p:nvPr>
        </p:nvSpPr>
        <p:spPr>
          <a:xfrm>
            <a:off x="2489940"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3" name="Google Shape;33;p4"/>
          <p:cNvSpPr txBox="1"/>
          <p:nvPr>
            <p:ph idx="5" type="subTitle"/>
          </p:nvPr>
        </p:nvSpPr>
        <p:spPr>
          <a:xfrm>
            <a:off x="4695138"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4" name="Google Shape;34;p4"/>
          <p:cNvSpPr txBox="1"/>
          <p:nvPr>
            <p:ph idx="6" type="subTitle"/>
          </p:nvPr>
        </p:nvSpPr>
        <p:spPr>
          <a:xfrm>
            <a:off x="6900335" y="2903871"/>
            <a:ext cx="1970100" cy="336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2pPr>
            <a:lvl3pPr lvl="2">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3pPr>
            <a:lvl4pPr lvl="3">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4pPr>
            <a:lvl5pPr lvl="4">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5pPr>
            <a:lvl6pPr lvl="5">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6pPr>
            <a:lvl7pPr lvl="6">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7pPr>
            <a:lvl8pPr lvl="7">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8pPr>
            <a:lvl9pPr lvl="8">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35" name="Google Shape;35;p4"/>
          <p:cNvSpPr txBox="1"/>
          <p:nvPr>
            <p:ph idx="7" type="body"/>
          </p:nvPr>
        </p:nvSpPr>
        <p:spPr>
          <a:xfrm>
            <a:off x="27495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6" name="Google Shape;36;p4"/>
          <p:cNvSpPr txBox="1"/>
          <p:nvPr>
            <p:ph idx="8" type="body"/>
          </p:nvPr>
        </p:nvSpPr>
        <p:spPr>
          <a:xfrm>
            <a:off x="248994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7" name="Google Shape;37;p4"/>
          <p:cNvSpPr txBox="1"/>
          <p:nvPr>
            <p:ph idx="9" type="body"/>
          </p:nvPr>
        </p:nvSpPr>
        <p:spPr>
          <a:xfrm>
            <a:off x="4704930"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8" name="Google Shape;38;p4"/>
          <p:cNvSpPr txBox="1"/>
          <p:nvPr>
            <p:ph idx="13" type="body"/>
          </p:nvPr>
        </p:nvSpPr>
        <p:spPr>
          <a:xfrm>
            <a:off x="6900335" y="3206259"/>
            <a:ext cx="1970100" cy="10059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39" name="Google Shape;39;p4"/>
          <p:cNvSpPr txBox="1"/>
          <p:nvPr>
            <p:ph idx="14" type="subTitle"/>
          </p:nvPr>
        </p:nvSpPr>
        <p:spPr>
          <a:xfrm>
            <a:off x="27952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40" name="Google Shape;40;p4"/>
          <p:cNvSpPr txBox="1"/>
          <p:nvPr>
            <p:ph idx="15" type="subTitle"/>
          </p:nvPr>
        </p:nvSpPr>
        <p:spPr>
          <a:xfrm>
            <a:off x="248995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41" name="Google Shape;41;p4"/>
          <p:cNvSpPr txBox="1"/>
          <p:nvPr>
            <p:ph idx="16" type="subTitle"/>
          </p:nvPr>
        </p:nvSpPr>
        <p:spPr>
          <a:xfrm>
            <a:off x="4700375"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
        <p:nvSpPr>
          <p:cNvPr id="42" name="Google Shape;42;p4"/>
          <p:cNvSpPr txBox="1"/>
          <p:nvPr>
            <p:ph idx="17" type="subTitle"/>
          </p:nvPr>
        </p:nvSpPr>
        <p:spPr>
          <a:xfrm>
            <a:off x="6910800" y="2672823"/>
            <a:ext cx="382500" cy="147600"/>
          </a:xfrm>
          <a:prstGeom prst="rect">
            <a:avLst/>
          </a:prstGeom>
        </p:spPr>
        <p:txBody>
          <a:bodyPr anchorCtr="0" anchor="b" bIns="0" lIns="0" spcFirstLastPara="1" rIns="91425" wrap="square" tIns="91425">
            <a:noAutofit/>
          </a:bodyPr>
          <a:lstStyle>
            <a:lvl1pPr lvl="0">
              <a:lnSpc>
                <a:spcPct val="90000"/>
              </a:lnSpc>
              <a:spcBef>
                <a:spcPts val="0"/>
              </a:spcBef>
              <a:spcAft>
                <a:spcPts val="0"/>
              </a:spcAft>
              <a:buSzPts val="1000"/>
              <a:buFont typeface="Playfair Display"/>
              <a:buNone/>
              <a:defRPr sz="1000">
                <a:latin typeface="Playfair Display"/>
                <a:ea typeface="Playfair Display"/>
                <a:cs typeface="Playfair Display"/>
                <a:sym typeface="Playfair Display"/>
              </a:defRPr>
            </a:lvl1pPr>
            <a:lvl2pPr lvl="1">
              <a:spcBef>
                <a:spcPts val="0"/>
              </a:spcBef>
              <a:spcAft>
                <a:spcPts val="0"/>
              </a:spcAft>
              <a:buSzPts val="1000"/>
              <a:buFont typeface="Playfair Display"/>
              <a:buNone/>
              <a:defRPr sz="1000">
                <a:latin typeface="Playfair Display"/>
                <a:ea typeface="Playfair Display"/>
                <a:cs typeface="Playfair Display"/>
                <a:sym typeface="Playfair Display"/>
              </a:defRPr>
            </a:lvl2pPr>
            <a:lvl3pPr lvl="2">
              <a:spcBef>
                <a:spcPts val="0"/>
              </a:spcBef>
              <a:spcAft>
                <a:spcPts val="0"/>
              </a:spcAft>
              <a:buSzPts val="1000"/>
              <a:buFont typeface="Playfair Display"/>
              <a:buNone/>
              <a:defRPr sz="1000">
                <a:latin typeface="Playfair Display"/>
                <a:ea typeface="Playfair Display"/>
                <a:cs typeface="Playfair Display"/>
                <a:sym typeface="Playfair Display"/>
              </a:defRPr>
            </a:lvl3pPr>
            <a:lvl4pPr lvl="3">
              <a:spcBef>
                <a:spcPts val="0"/>
              </a:spcBef>
              <a:spcAft>
                <a:spcPts val="0"/>
              </a:spcAft>
              <a:buSzPts val="1000"/>
              <a:buFont typeface="Playfair Display"/>
              <a:buNone/>
              <a:defRPr sz="1000">
                <a:latin typeface="Playfair Display"/>
                <a:ea typeface="Playfair Display"/>
                <a:cs typeface="Playfair Display"/>
                <a:sym typeface="Playfair Display"/>
              </a:defRPr>
            </a:lvl4pPr>
            <a:lvl5pPr lvl="4">
              <a:spcBef>
                <a:spcPts val="0"/>
              </a:spcBef>
              <a:spcAft>
                <a:spcPts val="0"/>
              </a:spcAft>
              <a:buSzPts val="1000"/>
              <a:buFont typeface="Playfair Display"/>
              <a:buNone/>
              <a:defRPr sz="1000">
                <a:latin typeface="Playfair Display"/>
                <a:ea typeface="Playfair Display"/>
                <a:cs typeface="Playfair Display"/>
                <a:sym typeface="Playfair Display"/>
              </a:defRPr>
            </a:lvl5pPr>
            <a:lvl6pPr lvl="5">
              <a:spcBef>
                <a:spcPts val="0"/>
              </a:spcBef>
              <a:spcAft>
                <a:spcPts val="0"/>
              </a:spcAft>
              <a:buSzPts val="1000"/>
              <a:buFont typeface="Playfair Display"/>
              <a:buNone/>
              <a:defRPr sz="1000">
                <a:latin typeface="Playfair Display"/>
                <a:ea typeface="Playfair Display"/>
                <a:cs typeface="Playfair Display"/>
                <a:sym typeface="Playfair Display"/>
              </a:defRPr>
            </a:lvl6pPr>
            <a:lvl7pPr lvl="6">
              <a:spcBef>
                <a:spcPts val="0"/>
              </a:spcBef>
              <a:spcAft>
                <a:spcPts val="0"/>
              </a:spcAft>
              <a:buSzPts val="1000"/>
              <a:buFont typeface="Playfair Display"/>
              <a:buNone/>
              <a:defRPr sz="1000">
                <a:latin typeface="Playfair Display"/>
                <a:ea typeface="Playfair Display"/>
                <a:cs typeface="Playfair Display"/>
                <a:sym typeface="Playfair Display"/>
              </a:defRPr>
            </a:lvl7pPr>
            <a:lvl8pPr lvl="7">
              <a:spcBef>
                <a:spcPts val="0"/>
              </a:spcBef>
              <a:spcAft>
                <a:spcPts val="0"/>
              </a:spcAft>
              <a:buSzPts val="1000"/>
              <a:buFont typeface="Playfair Display"/>
              <a:buNone/>
              <a:defRPr sz="1000">
                <a:latin typeface="Playfair Display"/>
                <a:ea typeface="Playfair Display"/>
                <a:cs typeface="Playfair Display"/>
                <a:sym typeface="Playfair Display"/>
              </a:defRPr>
            </a:lvl8pPr>
            <a:lvl9pPr lvl="8">
              <a:spcBef>
                <a:spcPts val="0"/>
              </a:spcBef>
              <a:spcAft>
                <a:spcPts val="0"/>
              </a:spcAft>
              <a:buSzPts val="1000"/>
              <a:buFont typeface="Playfair Display"/>
              <a:buNone/>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right image and 2 text boxes">
  <p:cSld name="BLANK_1_1_1_1_5">
    <p:spTree>
      <p:nvGrpSpPr>
        <p:cNvPr id="43" name="Shape 43"/>
        <p:cNvGrpSpPr/>
        <p:nvPr/>
      </p:nvGrpSpPr>
      <p:grpSpPr>
        <a:xfrm>
          <a:off x="0" y="0"/>
          <a:ext cx="0" cy="0"/>
          <a:chOff x="0" y="0"/>
          <a:chExt cx="0" cy="0"/>
        </a:xfrm>
      </p:grpSpPr>
      <p:sp>
        <p:nvSpPr>
          <p:cNvPr id="44" name="Google Shape;44;p5"/>
          <p:cNvSpPr txBox="1"/>
          <p:nvPr>
            <p:ph type="title"/>
          </p:nvPr>
        </p:nvSpPr>
        <p:spPr>
          <a:xfrm>
            <a:off x="276075" y="457200"/>
            <a:ext cx="6432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45" name="Google Shape;45;p5"/>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46" name="Google Shape;46;p5"/>
          <p:cNvSpPr/>
          <p:nvPr>
            <p:ph idx="2" type="pic"/>
          </p:nvPr>
        </p:nvSpPr>
        <p:spPr>
          <a:xfrm>
            <a:off x="6802800" y="0"/>
            <a:ext cx="2341200" cy="1189800"/>
          </a:xfrm>
          <a:prstGeom prst="rect">
            <a:avLst/>
          </a:prstGeom>
          <a:noFill/>
          <a:ln>
            <a:noFill/>
          </a:ln>
        </p:spPr>
      </p:sp>
      <p:sp>
        <p:nvSpPr>
          <p:cNvPr id="47" name="Google Shape;47;p5"/>
          <p:cNvSpPr txBox="1"/>
          <p:nvPr>
            <p:ph idx="1" type="subTitle"/>
          </p:nvPr>
        </p:nvSpPr>
        <p:spPr>
          <a:xfrm>
            <a:off x="4682775" y="2717425"/>
            <a:ext cx="20262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8" name="Google Shape;48;p5"/>
          <p:cNvSpPr txBox="1"/>
          <p:nvPr>
            <p:ph idx="3" type="subTitle"/>
          </p:nvPr>
        </p:nvSpPr>
        <p:spPr>
          <a:xfrm>
            <a:off x="6843453" y="2717425"/>
            <a:ext cx="2030100" cy="3138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49" name="Google Shape;49;p5"/>
          <p:cNvSpPr txBox="1"/>
          <p:nvPr>
            <p:ph idx="4"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50" name="Google Shape;50;p5"/>
          <p:cNvSpPr txBox="1"/>
          <p:nvPr>
            <p:ph idx="5" type="body"/>
          </p:nvPr>
        </p:nvSpPr>
        <p:spPr>
          <a:xfrm>
            <a:off x="4682775" y="3042765"/>
            <a:ext cx="20262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
        <p:nvSpPr>
          <p:cNvPr id="51" name="Google Shape;51;p5"/>
          <p:cNvSpPr txBox="1"/>
          <p:nvPr>
            <p:ph idx="6" type="body"/>
          </p:nvPr>
        </p:nvSpPr>
        <p:spPr>
          <a:xfrm>
            <a:off x="6843455" y="3042765"/>
            <a:ext cx="2030100" cy="12321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peakers info">
  <p:cSld name="BLANK_1_1_1_1_3">
    <p:spTree>
      <p:nvGrpSpPr>
        <p:cNvPr id="52" name="Shape 52"/>
        <p:cNvGrpSpPr/>
        <p:nvPr/>
      </p:nvGrpSpPr>
      <p:grpSpPr>
        <a:xfrm>
          <a:off x="0" y="0"/>
          <a:ext cx="0" cy="0"/>
          <a:chOff x="0" y="0"/>
          <a:chExt cx="0" cy="0"/>
        </a:xfrm>
      </p:grpSpPr>
      <p:sp>
        <p:nvSpPr>
          <p:cNvPr id="53" name="Google Shape;53;p6"/>
          <p:cNvSpPr/>
          <p:nvPr/>
        </p:nvSpPr>
        <p:spPr>
          <a:xfrm>
            <a:off x="5461825" y="850"/>
            <a:ext cx="36822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 name="Google Shape;54;p6"/>
          <p:cNvSpPr txBox="1"/>
          <p:nvPr>
            <p:ph idx="1" type="subTitle"/>
          </p:nvPr>
        </p:nvSpPr>
        <p:spPr>
          <a:xfrm>
            <a:off x="1987875"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55" name="Google Shape;55;p6"/>
          <p:cNvSpPr txBox="1"/>
          <p:nvPr>
            <p:ph idx="2" type="subTitle"/>
          </p:nvPr>
        </p:nvSpPr>
        <p:spPr>
          <a:xfrm>
            <a:off x="1987875"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56" name="Google Shape;56;p6"/>
          <p:cNvSpPr/>
          <p:nvPr>
            <p:ph idx="3" type="pic"/>
          </p:nvPr>
        </p:nvSpPr>
        <p:spPr>
          <a:xfrm>
            <a:off x="-50" y="1424175"/>
            <a:ext cx="1838100" cy="3267000"/>
          </a:xfrm>
          <a:prstGeom prst="rect">
            <a:avLst/>
          </a:prstGeom>
          <a:noFill/>
          <a:ln>
            <a:noFill/>
          </a:ln>
        </p:spPr>
      </p:sp>
      <p:sp>
        <p:nvSpPr>
          <p:cNvPr id="57" name="Google Shape;57;p6"/>
          <p:cNvSpPr/>
          <p:nvPr>
            <p:ph idx="4" type="pic"/>
          </p:nvPr>
        </p:nvSpPr>
        <p:spPr>
          <a:xfrm>
            <a:off x="4527160" y="1424175"/>
            <a:ext cx="1838100" cy="3267000"/>
          </a:xfrm>
          <a:prstGeom prst="rect">
            <a:avLst/>
          </a:prstGeom>
          <a:noFill/>
          <a:ln>
            <a:noFill/>
          </a:ln>
        </p:spPr>
      </p:sp>
      <p:sp>
        <p:nvSpPr>
          <p:cNvPr id="58" name="Google Shape;58;p6"/>
          <p:cNvSpPr txBox="1"/>
          <p:nvPr>
            <p:ph idx="5" type="subTitle"/>
          </p:nvPr>
        </p:nvSpPr>
        <p:spPr>
          <a:xfrm>
            <a:off x="6525486" y="1422801"/>
            <a:ext cx="1578300" cy="4434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59" name="Google Shape;59;p6"/>
          <p:cNvSpPr txBox="1"/>
          <p:nvPr>
            <p:ph idx="6" type="subTitle"/>
          </p:nvPr>
        </p:nvSpPr>
        <p:spPr>
          <a:xfrm>
            <a:off x="6525486" y="1849116"/>
            <a:ext cx="1547700" cy="3222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atin typeface="Playfair Display"/>
                <a:ea typeface="Playfair Display"/>
                <a:cs typeface="Playfair Display"/>
                <a:sym typeface="Playfair Display"/>
              </a:defRPr>
            </a:lvl2pPr>
            <a:lvl3pPr lvl="2">
              <a:spcBef>
                <a:spcPts val="0"/>
              </a:spcBef>
              <a:spcAft>
                <a:spcPts val="0"/>
              </a:spcAft>
              <a:buNone/>
              <a:defRPr sz="1000">
                <a:latin typeface="Playfair Display"/>
                <a:ea typeface="Playfair Display"/>
                <a:cs typeface="Playfair Display"/>
                <a:sym typeface="Playfair Display"/>
              </a:defRPr>
            </a:lvl3pPr>
            <a:lvl4pPr lvl="3">
              <a:spcBef>
                <a:spcPts val="0"/>
              </a:spcBef>
              <a:spcAft>
                <a:spcPts val="0"/>
              </a:spcAft>
              <a:buNone/>
              <a:defRPr sz="1000">
                <a:latin typeface="Playfair Display"/>
                <a:ea typeface="Playfair Display"/>
                <a:cs typeface="Playfair Display"/>
                <a:sym typeface="Playfair Display"/>
              </a:defRPr>
            </a:lvl4pPr>
            <a:lvl5pPr lvl="4">
              <a:spcBef>
                <a:spcPts val="0"/>
              </a:spcBef>
              <a:spcAft>
                <a:spcPts val="0"/>
              </a:spcAft>
              <a:buNone/>
              <a:defRPr sz="1000">
                <a:latin typeface="Playfair Display"/>
                <a:ea typeface="Playfair Display"/>
                <a:cs typeface="Playfair Display"/>
                <a:sym typeface="Playfair Display"/>
              </a:defRPr>
            </a:lvl5pPr>
            <a:lvl6pPr lvl="5">
              <a:spcBef>
                <a:spcPts val="0"/>
              </a:spcBef>
              <a:spcAft>
                <a:spcPts val="0"/>
              </a:spcAft>
              <a:buNone/>
              <a:defRPr sz="1000">
                <a:latin typeface="Playfair Display"/>
                <a:ea typeface="Playfair Display"/>
                <a:cs typeface="Playfair Display"/>
                <a:sym typeface="Playfair Display"/>
              </a:defRPr>
            </a:lvl6pPr>
            <a:lvl7pPr lvl="6">
              <a:spcBef>
                <a:spcPts val="0"/>
              </a:spcBef>
              <a:spcAft>
                <a:spcPts val="0"/>
              </a:spcAft>
              <a:buNone/>
              <a:defRPr sz="1000">
                <a:latin typeface="Playfair Display"/>
                <a:ea typeface="Playfair Display"/>
                <a:cs typeface="Playfair Display"/>
                <a:sym typeface="Playfair Display"/>
              </a:defRPr>
            </a:lvl7pPr>
            <a:lvl8pPr lvl="7">
              <a:spcBef>
                <a:spcPts val="0"/>
              </a:spcBef>
              <a:spcAft>
                <a:spcPts val="0"/>
              </a:spcAft>
              <a:buNone/>
              <a:defRPr sz="1000">
                <a:latin typeface="Playfair Display"/>
                <a:ea typeface="Playfair Display"/>
                <a:cs typeface="Playfair Display"/>
                <a:sym typeface="Playfair Display"/>
              </a:defRPr>
            </a:lvl8pPr>
            <a:lvl9pPr lvl="8">
              <a:spcBef>
                <a:spcPts val="0"/>
              </a:spcBef>
              <a:spcAft>
                <a:spcPts val="0"/>
              </a:spcAft>
              <a:buNone/>
              <a:defRPr sz="1000">
                <a:latin typeface="Playfair Display"/>
                <a:ea typeface="Playfair Display"/>
                <a:cs typeface="Playfair Display"/>
                <a:sym typeface="Playfair Display"/>
              </a:defRPr>
            </a:lvl9pPr>
          </a:lstStyle>
          <a:p/>
        </p:txBody>
      </p:sp>
      <p:sp>
        <p:nvSpPr>
          <p:cNvPr id="60" name="Google Shape;60;p6"/>
          <p:cNvSpPr txBox="1"/>
          <p:nvPr>
            <p:ph type="title"/>
          </p:nvPr>
        </p:nvSpPr>
        <p:spPr>
          <a:xfrm>
            <a:off x="276075" y="457200"/>
            <a:ext cx="4248900" cy="7614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61" name="Google Shape;61;p6"/>
          <p:cNvSpPr txBox="1"/>
          <p:nvPr>
            <p:ph idx="7"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62" name="Google Shape;62;p6"/>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63" name="Google Shape;63;p6"/>
          <p:cNvSpPr txBox="1"/>
          <p:nvPr>
            <p:ph idx="8" type="body"/>
          </p:nvPr>
        </p:nvSpPr>
        <p:spPr>
          <a:xfrm>
            <a:off x="1987875" y="3545425"/>
            <a:ext cx="17550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
        <p:nvSpPr>
          <p:cNvPr id="64" name="Google Shape;64;p6"/>
          <p:cNvSpPr txBox="1"/>
          <p:nvPr>
            <p:ph idx="9" type="body"/>
          </p:nvPr>
        </p:nvSpPr>
        <p:spPr>
          <a:xfrm>
            <a:off x="6536675" y="3545425"/>
            <a:ext cx="1699800" cy="8214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1pPr>
            <a:lvl2pPr indent="-292100" lvl="1" marL="914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2pPr>
            <a:lvl3pPr indent="-292100" lvl="2" marL="1371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3pPr>
            <a:lvl4pPr indent="-292100" lvl="3" marL="1828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4pPr>
            <a:lvl5pPr indent="-292100" lvl="4" marL="22860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5pPr>
            <a:lvl6pPr indent="-292100" lvl="5" marL="27432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6pPr>
            <a:lvl7pPr indent="-292100" lvl="6" marL="32004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7pPr>
            <a:lvl8pPr indent="-292100" lvl="7" marL="36576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8pPr>
            <a:lvl9pPr indent="-292100" lvl="8" marL="4114800">
              <a:spcBef>
                <a:spcPts val="0"/>
              </a:spcBef>
              <a:spcAft>
                <a:spcPts val="0"/>
              </a:spcAft>
              <a:buClr>
                <a:schemeClr val="lt1"/>
              </a:buClr>
              <a:buSzPts val="1000"/>
              <a:buFont typeface="Playfair Display"/>
              <a:buChar char="■"/>
              <a:defRPr sz="1000">
                <a:latin typeface="Playfair Display"/>
                <a:ea typeface="Playfair Display"/>
                <a:cs typeface="Playfair Display"/>
                <a:sym typeface="Playfair Display"/>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eakers">
  <p:cSld name="BLANK_1_1_1_1_2">
    <p:spTree>
      <p:nvGrpSpPr>
        <p:cNvPr id="65" name="Shape 65"/>
        <p:cNvGrpSpPr/>
        <p:nvPr/>
      </p:nvGrpSpPr>
      <p:grpSpPr>
        <a:xfrm>
          <a:off x="0" y="0"/>
          <a:ext cx="0" cy="0"/>
          <a:chOff x="0" y="0"/>
          <a:chExt cx="0" cy="0"/>
        </a:xfrm>
      </p:grpSpPr>
      <p:sp>
        <p:nvSpPr>
          <p:cNvPr id="66" name="Google Shape;66;p7"/>
          <p:cNvSpPr/>
          <p:nvPr>
            <p:ph idx="2" type="pic"/>
          </p:nvPr>
        </p:nvSpPr>
        <p:spPr>
          <a:xfrm>
            <a:off x="4138225" y="517875"/>
            <a:ext cx="1152300" cy="1203600"/>
          </a:xfrm>
          <a:prstGeom prst="rect">
            <a:avLst/>
          </a:prstGeom>
          <a:noFill/>
          <a:ln>
            <a:noFill/>
          </a:ln>
        </p:spPr>
      </p:sp>
      <p:sp>
        <p:nvSpPr>
          <p:cNvPr id="67" name="Google Shape;67;p7"/>
          <p:cNvSpPr/>
          <p:nvPr>
            <p:ph idx="3" type="pic"/>
          </p:nvPr>
        </p:nvSpPr>
        <p:spPr>
          <a:xfrm>
            <a:off x="4138225" y="1957188"/>
            <a:ext cx="1152300" cy="1203600"/>
          </a:xfrm>
          <a:prstGeom prst="rect">
            <a:avLst/>
          </a:prstGeom>
          <a:noFill/>
          <a:ln>
            <a:noFill/>
          </a:ln>
        </p:spPr>
      </p:sp>
      <p:sp>
        <p:nvSpPr>
          <p:cNvPr id="68" name="Google Shape;68;p7"/>
          <p:cNvSpPr/>
          <p:nvPr>
            <p:ph idx="4" type="pic"/>
          </p:nvPr>
        </p:nvSpPr>
        <p:spPr>
          <a:xfrm>
            <a:off x="4138213" y="3403813"/>
            <a:ext cx="1152300" cy="1203600"/>
          </a:xfrm>
          <a:prstGeom prst="rect">
            <a:avLst/>
          </a:prstGeom>
          <a:noFill/>
          <a:ln>
            <a:noFill/>
          </a:ln>
        </p:spPr>
      </p:sp>
      <p:sp>
        <p:nvSpPr>
          <p:cNvPr id="69" name="Google Shape;69;p7"/>
          <p:cNvSpPr/>
          <p:nvPr>
            <p:ph idx="5" type="pic"/>
          </p:nvPr>
        </p:nvSpPr>
        <p:spPr>
          <a:xfrm>
            <a:off x="6573252" y="517875"/>
            <a:ext cx="1152300" cy="1203600"/>
          </a:xfrm>
          <a:prstGeom prst="rect">
            <a:avLst/>
          </a:prstGeom>
          <a:noFill/>
          <a:ln>
            <a:noFill/>
          </a:ln>
        </p:spPr>
      </p:sp>
      <p:sp>
        <p:nvSpPr>
          <p:cNvPr id="70" name="Google Shape;70;p7"/>
          <p:cNvSpPr/>
          <p:nvPr>
            <p:ph idx="6" type="pic"/>
          </p:nvPr>
        </p:nvSpPr>
        <p:spPr>
          <a:xfrm>
            <a:off x="6573252" y="1957188"/>
            <a:ext cx="1152300" cy="1203600"/>
          </a:xfrm>
          <a:prstGeom prst="rect">
            <a:avLst/>
          </a:prstGeom>
          <a:noFill/>
          <a:ln>
            <a:noFill/>
          </a:ln>
        </p:spPr>
      </p:sp>
      <p:sp>
        <p:nvSpPr>
          <p:cNvPr id="71" name="Google Shape;71;p7"/>
          <p:cNvSpPr/>
          <p:nvPr>
            <p:ph idx="7" type="pic"/>
          </p:nvPr>
        </p:nvSpPr>
        <p:spPr>
          <a:xfrm>
            <a:off x="6573252" y="3403813"/>
            <a:ext cx="1152300" cy="1203600"/>
          </a:xfrm>
          <a:prstGeom prst="rect">
            <a:avLst/>
          </a:prstGeom>
          <a:noFill/>
          <a:ln>
            <a:noFill/>
          </a:ln>
        </p:spPr>
      </p:sp>
      <p:sp>
        <p:nvSpPr>
          <p:cNvPr id="72" name="Google Shape;72;p7"/>
          <p:cNvSpPr txBox="1"/>
          <p:nvPr>
            <p:ph idx="1" type="subTitle"/>
          </p:nvPr>
        </p:nvSpPr>
        <p:spPr>
          <a:xfrm>
            <a:off x="5406561"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3" name="Google Shape;73;p7"/>
          <p:cNvSpPr txBox="1"/>
          <p:nvPr>
            <p:ph idx="8" type="subTitle"/>
          </p:nvPr>
        </p:nvSpPr>
        <p:spPr>
          <a:xfrm>
            <a:off x="5406561"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4" name="Google Shape;74;p7"/>
          <p:cNvSpPr txBox="1"/>
          <p:nvPr>
            <p:ph idx="9" type="subTitle"/>
          </p:nvPr>
        </p:nvSpPr>
        <p:spPr>
          <a:xfrm>
            <a:off x="5406561"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5" name="Google Shape;75;p7"/>
          <p:cNvSpPr txBox="1"/>
          <p:nvPr>
            <p:ph idx="13" type="subTitle"/>
          </p:nvPr>
        </p:nvSpPr>
        <p:spPr>
          <a:xfrm>
            <a:off x="7840736" y="3413650"/>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6" name="Google Shape;76;p7"/>
          <p:cNvSpPr txBox="1"/>
          <p:nvPr>
            <p:ph idx="14" type="subTitle"/>
          </p:nvPr>
        </p:nvSpPr>
        <p:spPr>
          <a:xfrm>
            <a:off x="7840736" y="195147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7" name="Google Shape;77;p7"/>
          <p:cNvSpPr txBox="1"/>
          <p:nvPr>
            <p:ph idx="15" type="subTitle"/>
          </p:nvPr>
        </p:nvSpPr>
        <p:spPr>
          <a:xfrm>
            <a:off x="7840736" y="518225"/>
            <a:ext cx="1019100" cy="431100"/>
          </a:xfrm>
          <a:prstGeom prst="rect">
            <a:avLst/>
          </a:prstGeom>
        </p:spPr>
        <p:txBody>
          <a:bodyPr anchorCtr="0" anchor="t" bIns="0" lIns="0" spcFirstLastPara="1" rIns="0" wrap="square" tIns="0">
            <a:noAutofit/>
          </a:bodyPr>
          <a:lstStyle>
            <a:lvl1pPr lvl="0">
              <a:spcBef>
                <a:spcPts val="0"/>
              </a:spcBef>
              <a:spcAft>
                <a:spcPts val="0"/>
              </a:spcAft>
              <a:buNone/>
              <a:defRPr>
                <a:latin typeface="Playfair Display"/>
                <a:ea typeface="Playfair Display"/>
                <a:cs typeface="Playfair Display"/>
                <a:sym typeface="Playfair Display"/>
              </a:defRPr>
            </a:lvl1pPr>
            <a:lvl2pPr lvl="1">
              <a:spcBef>
                <a:spcPts val="0"/>
              </a:spcBef>
              <a:spcAft>
                <a:spcPts val="0"/>
              </a:spcAft>
              <a:buNone/>
              <a:defRPr>
                <a:latin typeface="Playfair Display"/>
                <a:ea typeface="Playfair Display"/>
                <a:cs typeface="Playfair Display"/>
                <a:sym typeface="Playfair Display"/>
              </a:defRPr>
            </a:lvl2pPr>
            <a:lvl3pPr lvl="2">
              <a:spcBef>
                <a:spcPts val="0"/>
              </a:spcBef>
              <a:spcAft>
                <a:spcPts val="0"/>
              </a:spcAft>
              <a:buNone/>
              <a:defRPr>
                <a:latin typeface="Playfair Display"/>
                <a:ea typeface="Playfair Display"/>
                <a:cs typeface="Playfair Display"/>
                <a:sym typeface="Playfair Display"/>
              </a:defRPr>
            </a:lvl3pPr>
            <a:lvl4pPr lvl="3">
              <a:spcBef>
                <a:spcPts val="0"/>
              </a:spcBef>
              <a:spcAft>
                <a:spcPts val="0"/>
              </a:spcAft>
              <a:buNone/>
              <a:defRPr>
                <a:latin typeface="Playfair Display"/>
                <a:ea typeface="Playfair Display"/>
                <a:cs typeface="Playfair Display"/>
                <a:sym typeface="Playfair Display"/>
              </a:defRPr>
            </a:lvl4pPr>
            <a:lvl5pPr lvl="4">
              <a:spcBef>
                <a:spcPts val="0"/>
              </a:spcBef>
              <a:spcAft>
                <a:spcPts val="0"/>
              </a:spcAft>
              <a:buNone/>
              <a:defRPr>
                <a:latin typeface="Playfair Display"/>
                <a:ea typeface="Playfair Display"/>
                <a:cs typeface="Playfair Display"/>
                <a:sym typeface="Playfair Display"/>
              </a:defRPr>
            </a:lvl5pPr>
            <a:lvl6pPr lvl="5">
              <a:spcBef>
                <a:spcPts val="0"/>
              </a:spcBef>
              <a:spcAft>
                <a:spcPts val="0"/>
              </a:spcAft>
              <a:buNone/>
              <a:defRPr>
                <a:latin typeface="Playfair Display"/>
                <a:ea typeface="Playfair Display"/>
                <a:cs typeface="Playfair Display"/>
                <a:sym typeface="Playfair Display"/>
              </a:defRPr>
            </a:lvl6pPr>
            <a:lvl7pPr lvl="6">
              <a:spcBef>
                <a:spcPts val="0"/>
              </a:spcBef>
              <a:spcAft>
                <a:spcPts val="0"/>
              </a:spcAft>
              <a:buNone/>
              <a:defRPr>
                <a:latin typeface="Playfair Display"/>
                <a:ea typeface="Playfair Display"/>
                <a:cs typeface="Playfair Display"/>
                <a:sym typeface="Playfair Display"/>
              </a:defRPr>
            </a:lvl7pPr>
            <a:lvl8pPr lvl="7">
              <a:spcBef>
                <a:spcPts val="0"/>
              </a:spcBef>
              <a:spcAft>
                <a:spcPts val="0"/>
              </a:spcAft>
              <a:buNone/>
              <a:defRPr>
                <a:latin typeface="Playfair Display"/>
                <a:ea typeface="Playfair Display"/>
                <a:cs typeface="Playfair Display"/>
                <a:sym typeface="Playfair Display"/>
              </a:defRPr>
            </a:lvl8pPr>
            <a:lvl9pPr lvl="8">
              <a:spcBef>
                <a:spcPts val="0"/>
              </a:spcBef>
              <a:spcAft>
                <a:spcPts val="0"/>
              </a:spcAft>
              <a:buNone/>
              <a:defRPr>
                <a:latin typeface="Playfair Display"/>
                <a:ea typeface="Playfair Display"/>
                <a:cs typeface="Playfair Display"/>
                <a:sym typeface="Playfair Display"/>
              </a:defRPr>
            </a:lvl9pPr>
          </a:lstStyle>
          <a:p/>
        </p:txBody>
      </p:sp>
      <p:sp>
        <p:nvSpPr>
          <p:cNvPr id="78" name="Google Shape;78;p7"/>
          <p:cNvSpPr txBox="1"/>
          <p:nvPr>
            <p:ph idx="16" type="subTitle"/>
          </p:nvPr>
        </p:nvSpPr>
        <p:spPr>
          <a:xfrm>
            <a:off x="5406550"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79" name="Google Shape;79;p7"/>
          <p:cNvSpPr txBox="1"/>
          <p:nvPr>
            <p:ph idx="17" type="subTitle"/>
          </p:nvPr>
        </p:nvSpPr>
        <p:spPr>
          <a:xfrm>
            <a:off x="7840725" y="1480150"/>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0" name="Google Shape;80;p7"/>
          <p:cNvSpPr txBox="1"/>
          <p:nvPr>
            <p:ph idx="18" type="subTitle"/>
          </p:nvPr>
        </p:nvSpPr>
        <p:spPr>
          <a:xfrm>
            <a:off x="5406550"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1" name="Google Shape;81;p7"/>
          <p:cNvSpPr txBox="1"/>
          <p:nvPr>
            <p:ph idx="19" type="subTitle"/>
          </p:nvPr>
        </p:nvSpPr>
        <p:spPr>
          <a:xfrm>
            <a:off x="7840725" y="2923778"/>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2" name="Google Shape;82;p7"/>
          <p:cNvSpPr txBox="1"/>
          <p:nvPr>
            <p:ph idx="20" type="subTitle"/>
          </p:nvPr>
        </p:nvSpPr>
        <p:spPr>
          <a:xfrm>
            <a:off x="5406550"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3" name="Google Shape;83;p7"/>
          <p:cNvSpPr txBox="1"/>
          <p:nvPr>
            <p:ph idx="21" type="subTitle"/>
          </p:nvPr>
        </p:nvSpPr>
        <p:spPr>
          <a:xfrm>
            <a:off x="7840725" y="4367403"/>
            <a:ext cx="1019100" cy="241800"/>
          </a:xfrm>
          <a:prstGeom prst="rect">
            <a:avLst/>
          </a:prstGeom>
        </p:spPr>
        <p:txBody>
          <a:bodyPr anchorCtr="0" anchor="b" bIns="0" lIns="0" spcFirstLastPara="1" rIns="0" wrap="square" tIns="0">
            <a:noAutofit/>
          </a:bodyPr>
          <a:lstStyle>
            <a:lvl1pPr lvl="0">
              <a:spcBef>
                <a:spcPts val="0"/>
              </a:spcBef>
              <a:spcAft>
                <a:spcPts val="0"/>
              </a:spcAft>
              <a:buNone/>
              <a:defRPr sz="1000"/>
            </a:lvl1pPr>
            <a:lvl2pPr lvl="1">
              <a:spcBef>
                <a:spcPts val="0"/>
              </a:spcBef>
              <a:spcAft>
                <a:spcPts val="0"/>
              </a:spcAft>
              <a:buNone/>
              <a:defRPr sz="1000"/>
            </a:lvl2pPr>
            <a:lvl3pPr lvl="2">
              <a:spcBef>
                <a:spcPts val="0"/>
              </a:spcBef>
              <a:spcAft>
                <a:spcPts val="0"/>
              </a:spcAft>
              <a:buNone/>
              <a:defRPr sz="1000"/>
            </a:lvl3pPr>
            <a:lvl4pPr lvl="3">
              <a:spcBef>
                <a:spcPts val="0"/>
              </a:spcBef>
              <a:spcAft>
                <a:spcPts val="0"/>
              </a:spcAft>
              <a:buNone/>
              <a:defRPr sz="1000"/>
            </a:lvl4pPr>
            <a:lvl5pPr lvl="4">
              <a:spcBef>
                <a:spcPts val="0"/>
              </a:spcBef>
              <a:spcAft>
                <a:spcPts val="0"/>
              </a:spcAft>
              <a:buNone/>
              <a:defRPr sz="1000"/>
            </a:lvl5pPr>
            <a:lvl6pPr lvl="5">
              <a:spcBef>
                <a:spcPts val="0"/>
              </a:spcBef>
              <a:spcAft>
                <a:spcPts val="0"/>
              </a:spcAft>
              <a:buNone/>
              <a:defRPr sz="1000"/>
            </a:lvl6pPr>
            <a:lvl7pPr lvl="6">
              <a:spcBef>
                <a:spcPts val="0"/>
              </a:spcBef>
              <a:spcAft>
                <a:spcPts val="0"/>
              </a:spcAft>
              <a:buNone/>
              <a:defRPr sz="1000"/>
            </a:lvl7pPr>
            <a:lvl8pPr lvl="7">
              <a:spcBef>
                <a:spcPts val="0"/>
              </a:spcBef>
              <a:spcAft>
                <a:spcPts val="0"/>
              </a:spcAft>
              <a:buNone/>
              <a:defRPr sz="1000"/>
            </a:lvl8pPr>
            <a:lvl9pPr lvl="8">
              <a:spcBef>
                <a:spcPts val="0"/>
              </a:spcBef>
              <a:spcAft>
                <a:spcPts val="0"/>
              </a:spcAft>
              <a:buNone/>
              <a:defRPr sz="1000"/>
            </a:lvl9pPr>
          </a:lstStyle>
          <a:p/>
        </p:txBody>
      </p:sp>
      <p:sp>
        <p:nvSpPr>
          <p:cNvPr id="84" name="Google Shape;84;p7"/>
          <p:cNvSpPr txBox="1"/>
          <p:nvPr>
            <p:ph type="title"/>
          </p:nvPr>
        </p:nvSpPr>
        <p:spPr>
          <a:xfrm>
            <a:off x="276075" y="457200"/>
            <a:ext cx="38001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85" name="Google Shape;85;p7"/>
          <p:cNvSpPr txBox="1"/>
          <p:nvPr>
            <p:ph idx="2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86" name="Google Shape;86;p7"/>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BLANK_1_1_1_1_1_1_2">
    <p:spTree>
      <p:nvGrpSpPr>
        <p:cNvPr id="87" name="Shape 87"/>
        <p:cNvGrpSpPr/>
        <p:nvPr/>
      </p:nvGrpSpPr>
      <p:grpSpPr>
        <a:xfrm>
          <a:off x="0" y="0"/>
          <a:ext cx="0" cy="0"/>
          <a:chOff x="0" y="0"/>
          <a:chExt cx="0" cy="0"/>
        </a:xfrm>
      </p:grpSpPr>
      <p:sp>
        <p:nvSpPr>
          <p:cNvPr id="88" name="Google Shape;88;p8"/>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4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89" name="Google Shape;89;p8"/>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90" name="Google Shape;90;p8"/>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8"/>
          <p:cNvSpPr txBox="1"/>
          <p:nvPr>
            <p:ph idx="2" type="body"/>
          </p:nvPr>
        </p:nvSpPr>
        <p:spPr>
          <a:xfrm>
            <a:off x="276075" y="1763425"/>
            <a:ext cx="4342800" cy="7113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0"/>
              </a:spcBef>
              <a:spcAft>
                <a:spcPts val="0"/>
              </a:spcAft>
              <a:buClr>
                <a:schemeClr val="lt1"/>
              </a:buClr>
              <a:buSzPts val="1000"/>
              <a:buFont typeface="Lato"/>
              <a:buChar char="○"/>
              <a:defRPr sz="1000"/>
            </a:lvl2pPr>
            <a:lvl3pPr indent="-292100" lvl="2" marL="1371600">
              <a:spcBef>
                <a:spcPts val="0"/>
              </a:spcBef>
              <a:spcAft>
                <a:spcPts val="0"/>
              </a:spcAft>
              <a:buClr>
                <a:schemeClr val="lt1"/>
              </a:buClr>
              <a:buSzPts val="1000"/>
              <a:buFont typeface="Lato"/>
              <a:buChar char="■"/>
              <a:defRPr sz="1000"/>
            </a:lvl3pPr>
            <a:lvl4pPr indent="-292100" lvl="3" marL="1828800">
              <a:spcBef>
                <a:spcPts val="0"/>
              </a:spcBef>
              <a:spcAft>
                <a:spcPts val="0"/>
              </a:spcAft>
              <a:buClr>
                <a:schemeClr val="lt1"/>
              </a:buClr>
              <a:buSzPts val="1000"/>
              <a:buFont typeface="Lato"/>
              <a:buChar char="●"/>
              <a:defRPr sz="1000"/>
            </a:lvl4pPr>
            <a:lvl5pPr indent="-292100" lvl="4" marL="2286000">
              <a:spcBef>
                <a:spcPts val="0"/>
              </a:spcBef>
              <a:spcAft>
                <a:spcPts val="0"/>
              </a:spcAft>
              <a:buClr>
                <a:schemeClr val="lt1"/>
              </a:buClr>
              <a:buSzPts val="1000"/>
              <a:buFont typeface="Lato"/>
              <a:buChar char="○"/>
              <a:defRPr sz="1000"/>
            </a:lvl5pPr>
            <a:lvl6pPr indent="-292100" lvl="5" marL="2743200">
              <a:spcBef>
                <a:spcPts val="0"/>
              </a:spcBef>
              <a:spcAft>
                <a:spcPts val="0"/>
              </a:spcAft>
              <a:buClr>
                <a:schemeClr val="lt1"/>
              </a:buClr>
              <a:buSzPts val="1000"/>
              <a:buFont typeface="Lato"/>
              <a:buChar char="■"/>
              <a:defRPr sz="1000"/>
            </a:lvl6pPr>
            <a:lvl7pPr indent="-292100" lvl="6" marL="3200400">
              <a:spcBef>
                <a:spcPts val="0"/>
              </a:spcBef>
              <a:spcAft>
                <a:spcPts val="0"/>
              </a:spcAft>
              <a:buClr>
                <a:schemeClr val="lt1"/>
              </a:buClr>
              <a:buSzPts val="1000"/>
              <a:buFont typeface="Lato"/>
              <a:buChar char="●"/>
              <a:defRPr sz="1000"/>
            </a:lvl7pPr>
            <a:lvl8pPr indent="-292100" lvl="7" marL="3657600">
              <a:spcBef>
                <a:spcPts val="0"/>
              </a:spcBef>
              <a:spcAft>
                <a:spcPts val="0"/>
              </a:spcAft>
              <a:buClr>
                <a:schemeClr val="lt1"/>
              </a:buClr>
              <a:buSzPts val="1000"/>
              <a:buFont typeface="Lato"/>
              <a:buChar char="○"/>
              <a:defRPr sz="1000"/>
            </a:lvl8pPr>
            <a:lvl9pPr indent="-292100" lvl="8" marL="4114800">
              <a:spcBef>
                <a:spcPts val="0"/>
              </a:spcBef>
              <a:spcAft>
                <a:spcPts val="0"/>
              </a:spcAft>
              <a:buClr>
                <a:schemeClr val="lt1"/>
              </a:buClr>
              <a:buSzPts val="1000"/>
              <a:buFont typeface="Lato"/>
              <a:buChar char="■"/>
              <a:defRPr sz="1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statement with picture">
  <p:cSld name="BLANK_1_1_1_1_1_1_1_2">
    <p:spTree>
      <p:nvGrpSpPr>
        <p:cNvPr id="92" name="Shape 92"/>
        <p:cNvGrpSpPr/>
        <p:nvPr/>
      </p:nvGrpSpPr>
      <p:grpSpPr>
        <a:xfrm>
          <a:off x="0" y="0"/>
          <a:ext cx="0" cy="0"/>
          <a:chOff x="0" y="0"/>
          <a:chExt cx="0" cy="0"/>
        </a:xfrm>
      </p:grpSpPr>
      <p:sp>
        <p:nvSpPr>
          <p:cNvPr id="93" name="Google Shape;93;p9"/>
          <p:cNvSpPr txBox="1"/>
          <p:nvPr>
            <p:ph type="title"/>
          </p:nvPr>
        </p:nvSpPr>
        <p:spPr>
          <a:xfrm>
            <a:off x="1182150" y="1765350"/>
            <a:ext cx="6779700" cy="1765200"/>
          </a:xfrm>
          <a:prstGeom prst="rect">
            <a:avLst/>
          </a:prstGeom>
        </p:spPr>
        <p:txBody>
          <a:bodyPr anchorCtr="0" anchor="ctr" bIns="0" lIns="0" spcFirstLastPara="1" rIns="0" wrap="square" tIns="0">
            <a:noAutofit/>
          </a:bodyPr>
          <a:lstStyle>
            <a:lvl1pPr lvl="0" algn="ctr">
              <a:lnSpc>
                <a:spcPct val="90000"/>
              </a:lnSpc>
              <a:spcBef>
                <a:spcPts val="0"/>
              </a:spcBef>
              <a:spcAft>
                <a:spcPts val="0"/>
              </a:spcAft>
              <a:buNone/>
              <a:defRPr/>
            </a:lvl1pPr>
            <a:lvl2pPr lvl="1" algn="ctr">
              <a:lnSpc>
                <a:spcPct val="90000"/>
              </a:lnSpc>
              <a:spcBef>
                <a:spcPts val="0"/>
              </a:spcBef>
              <a:spcAft>
                <a:spcPts val="0"/>
              </a:spcAft>
              <a:buNone/>
              <a:defRPr/>
            </a:lvl2pPr>
            <a:lvl3pPr lvl="2" algn="ctr">
              <a:lnSpc>
                <a:spcPct val="90000"/>
              </a:lnSpc>
              <a:spcBef>
                <a:spcPts val="0"/>
              </a:spcBef>
              <a:spcAft>
                <a:spcPts val="0"/>
              </a:spcAft>
              <a:buNone/>
              <a:defRPr/>
            </a:lvl3pPr>
            <a:lvl4pPr lvl="3" algn="ctr">
              <a:lnSpc>
                <a:spcPct val="90000"/>
              </a:lnSpc>
              <a:spcBef>
                <a:spcPts val="0"/>
              </a:spcBef>
              <a:spcAft>
                <a:spcPts val="0"/>
              </a:spcAft>
              <a:buNone/>
              <a:defRPr/>
            </a:lvl4pPr>
            <a:lvl5pPr lvl="4" algn="ctr">
              <a:lnSpc>
                <a:spcPct val="90000"/>
              </a:lnSpc>
              <a:spcBef>
                <a:spcPts val="0"/>
              </a:spcBef>
              <a:spcAft>
                <a:spcPts val="0"/>
              </a:spcAft>
              <a:buNone/>
              <a:defRPr/>
            </a:lvl5pPr>
            <a:lvl6pPr lvl="5" algn="ctr">
              <a:lnSpc>
                <a:spcPct val="90000"/>
              </a:lnSpc>
              <a:spcBef>
                <a:spcPts val="0"/>
              </a:spcBef>
              <a:spcAft>
                <a:spcPts val="0"/>
              </a:spcAft>
              <a:buNone/>
              <a:defRPr/>
            </a:lvl6pPr>
            <a:lvl7pPr lvl="6" algn="ctr">
              <a:lnSpc>
                <a:spcPct val="90000"/>
              </a:lnSpc>
              <a:spcBef>
                <a:spcPts val="0"/>
              </a:spcBef>
              <a:spcAft>
                <a:spcPts val="0"/>
              </a:spcAft>
              <a:buNone/>
              <a:defRPr/>
            </a:lvl7pPr>
            <a:lvl8pPr lvl="7" algn="ctr">
              <a:lnSpc>
                <a:spcPct val="90000"/>
              </a:lnSpc>
              <a:spcBef>
                <a:spcPts val="0"/>
              </a:spcBef>
              <a:spcAft>
                <a:spcPts val="0"/>
              </a:spcAft>
              <a:buNone/>
              <a:defRPr/>
            </a:lvl8pPr>
            <a:lvl9pPr lvl="8" algn="ctr">
              <a:lnSpc>
                <a:spcPct val="90000"/>
              </a:lnSpc>
              <a:spcBef>
                <a:spcPts val="0"/>
              </a:spcBef>
              <a:spcAft>
                <a:spcPts val="0"/>
              </a:spcAft>
              <a:buNone/>
              <a:defRPr/>
            </a:lvl9pPr>
          </a:lstStyle>
          <a:p/>
        </p:txBody>
      </p:sp>
      <p:sp>
        <p:nvSpPr>
          <p:cNvPr id="94" name="Google Shape;94;p9"/>
          <p:cNvSpPr txBox="1"/>
          <p:nvPr>
            <p:ph idx="2" type="title"/>
          </p:nvPr>
        </p:nvSpPr>
        <p:spPr>
          <a:xfrm>
            <a:off x="1182150" y="4058050"/>
            <a:ext cx="6779700" cy="397200"/>
          </a:xfrm>
          <a:prstGeom prst="rect">
            <a:avLst/>
          </a:prstGeom>
          <a:noFill/>
          <a:ln>
            <a:noFill/>
          </a:ln>
        </p:spPr>
        <p:txBody>
          <a:bodyPr anchorCtr="0" anchor="t" bIns="0" lIns="0" spcFirstLastPara="1" rIns="0" wrap="square" tIns="0">
            <a:noAutofit/>
          </a:bodyPr>
          <a:lstStyle>
            <a:lvl1pPr lvl="0" algn="ctr">
              <a:lnSpc>
                <a:spcPct val="115000"/>
              </a:lnSpc>
              <a:spcBef>
                <a:spcPts val="0"/>
              </a:spcBef>
              <a:spcAft>
                <a:spcPts val="0"/>
              </a:spcAft>
              <a:buNone/>
              <a:defRPr sz="1200">
                <a:solidFill>
                  <a:schemeClr val="lt1"/>
                </a:solidFill>
                <a:latin typeface="Lato"/>
                <a:ea typeface="Lato"/>
                <a:cs typeface="Lato"/>
                <a:sym typeface="Lato"/>
              </a:defRPr>
            </a:lvl1pPr>
            <a:lvl2pPr lvl="1" algn="ctr">
              <a:lnSpc>
                <a:spcPct val="115000"/>
              </a:lnSpc>
              <a:spcBef>
                <a:spcPts val="0"/>
              </a:spcBef>
              <a:spcAft>
                <a:spcPts val="0"/>
              </a:spcAft>
              <a:buNone/>
              <a:defRPr sz="1200">
                <a:solidFill>
                  <a:schemeClr val="lt1"/>
                </a:solidFill>
                <a:latin typeface="Lato"/>
                <a:ea typeface="Lato"/>
                <a:cs typeface="Lato"/>
                <a:sym typeface="Lato"/>
              </a:defRPr>
            </a:lvl2pPr>
            <a:lvl3pPr lvl="2" algn="ctr">
              <a:lnSpc>
                <a:spcPct val="115000"/>
              </a:lnSpc>
              <a:spcBef>
                <a:spcPts val="0"/>
              </a:spcBef>
              <a:spcAft>
                <a:spcPts val="0"/>
              </a:spcAft>
              <a:buNone/>
              <a:defRPr sz="1200">
                <a:solidFill>
                  <a:schemeClr val="lt1"/>
                </a:solidFill>
                <a:latin typeface="Lato"/>
                <a:ea typeface="Lato"/>
                <a:cs typeface="Lato"/>
                <a:sym typeface="Lato"/>
              </a:defRPr>
            </a:lvl3pPr>
            <a:lvl4pPr lvl="3" algn="ctr">
              <a:lnSpc>
                <a:spcPct val="115000"/>
              </a:lnSpc>
              <a:spcBef>
                <a:spcPts val="0"/>
              </a:spcBef>
              <a:spcAft>
                <a:spcPts val="0"/>
              </a:spcAft>
              <a:buNone/>
              <a:defRPr sz="1200">
                <a:solidFill>
                  <a:schemeClr val="lt1"/>
                </a:solidFill>
                <a:latin typeface="Lato"/>
                <a:ea typeface="Lato"/>
                <a:cs typeface="Lato"/>
                <a:sym typeface="Lato"/>
              </a:defRPr>
            </a:lvl4pPr>
            <a:lvl5pPr lvl="4" algn="ctr">
              <a:lnSpc>
                <a:spcPct val="115000"/>
              </a:lnSpc>
              <a:spcBef>
                <a:spcPts val="0"/>
              </a:spcBef>
              <a:spcAft>
                <a:spcPts val="0"/>
              </a:spcAft>
              <a:buNone/>
              <a:defRPr sz="1200">
                <a:solidFill>
                  <a:schemeClr val="lt1"/>
                </a:solidFill>
                <a:latin typeface="Lato"/>
                <a:ea typeface="Lato"/>
                <a:cs typeface="Lato"/>
                <a:sym typeface="Lato"/>
              </a:defRPr>
            </a:lvl5pPr>
            <a:lvl6pPr lvl="5" algn="ctr">
              <a:lnSpc>
                <a:spcPct val="115000"/>
              </a:lnSpc>
              <a:spcBef>
                <a:spcPts val="0"/>
              </a:spcBef>
              <a:spcAft>
                <a:spcPts val="0"/>
              </a:spcAft>
              <a:buNone/>
              <a:defRPr sz="1200">
                <a:solidFill>
                  <a:schemeClr val="lt1"/>
                </a:solidFill>
                <a:latin typeface="Lato"/>
                <a:ea typeface="Lato"/>
                <a:cs typeface="Lato"/>
                <a:sym typeface="Lato"/>
              </a:defRPr>
            </a:lvl6pPr>
            <a:lvl7pPr lvl="6" algn="ctr">
              <a:lnSpc>
                <a:spcPct val="115000"/>
              </a:lnSpc>
              <a:spcBef>
                <a:spcPts val="0"/>
              </a:spcBef>
              <a:spcAft>
                <a:spcPts val="0"/>
              </a:spcAft>
              <a:buNone/>
              <a:defRPr sz="1200">
                <a:solidFill>
                  <a:schemeClr val="lt1"/>
                </a:solidFill>
                <a:latin typeface="Lato"/>
                <a:ea typeface="Lato"/>
                <a:cs typeface="Lato"/>
                <a:sym typeface="Lato"/>
              </a:defRPr>
            </a:lvl7pPr>
            <a:lvl8pPr lvl="7" algn="ctr">
              <a:lnSpc>
                <a:spcPct val="115000"/>
              </a:lnSpc>
              <a:spcBef>
                <a:spcPts val="0"/>
              </a:spcBef>
              <a:spcAft>
                <a:spcPts val="0"/>
              </a:spcAft>
              <a:buNone/>
              <a:defRPr sz="1200">
                <a:solidFill>
                  <a:schemeClr val="lt1"/>
                </a:solidFill>
                <a:latin typeface="Lato"/>
                <a:ea typeface="Lato"/>
                <a:cs typeface="Lato"/>
                <a:sym typeface="Lato"/>
              </a:defRPr>
            </a:lvl8pPr>
            <a:lvl9pPr lvl="8" algn="ctr">
              <a:lnSpc>
                <a:spcPct val="115000"/>
              </a:lnSpc>
              <a:spcBef>
                <a:spcPts val="0"/>
              </a:spcBef>
              <a:spcAft>
                <a:spcPts val="0"/>
              </a:spcAft>
              <a:buNone/>
              <a:defRPr sz="1200">
                <a:solidFill>
                  <a:schemeClr val="lt1"/>
                </a:solidFill>
                <a:latin typeface="Lato"/>
                <a:ea typeface="Lato"/>
                <a:cs typeface="Lato"/>
                <a:sym typeface="Lato"/>
              </a:defRPr>
            </a:lvl9pPr>
          </a:lstStyle>
          <a:p/>
        </p:txBody>
      </p:sp>
      <p:sp>
        <p:nvSpPr>
          <p:cNvPr id="95" name="Google Shape;95;p9"/>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96" name="Google Shape;96;p9"/>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9"/>
          <p:cNvSpPr/>
          <p:nvPr>
            <p:ph idx="3" type="pic"/>
          </p:nvPr>
        </p:nvSpPr>
        <p:spPr>
          <a:xfrm>
            <a:off x="0" y="0"/>
            <a:ext cx="9144000" cy="1079100"/>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1">
  <p:cSld name="BLANK_1_1_1_1_1_1_1_1_1_1_1">
    <p:bg>
      <p:bgPr>
        <a:solidFill>
          <a:schemeClr val="dk2"/>
        </a:solidFill>
      </p:bgPr>
    </p:bg>
    <p:spTree>
      <p:nvGrpSpPr>
        <p:cNvPr id="98" name="Shape 98"/>
        <p:cNvGrpSpPr/>
        <p:nvPr/>
      </p:nvGrpSpPr>
      <p:grpSpPr>
        <a:xfrm>
          <a:off x="0" y="0"/>
          <a:ext cx="0" cy="0"/>
          <a:chOff x="0" y="0"/>
          <a:chExt cx="0" cy="0"/>
        </a:xfrm>
      </p:grpSpPr>
      <p:sp>
        <p:nvSpPr>
          <p:cNvPr id="99" name="Google Shape;99;p10"/>
          <p:cNvSpPr txBox="1"/>
          <p:nvPr>
            <p:ph type="title"/>
          </p:nvPr>
        </p:nvSpPr>
        <p:spPr>
          <a:xfrm>
            <a:off x="270983" y="1985025"/>
            <a:ext cx="3342900" cy="273300"/>
          </a:xfrm>
          <a:prstGeom prst="rect">
            <a:avLst/>
          </a:prstGeom>
        </p:spPr>
        <p:txBody>
          <a:bodyPr anchorCtr="0" anchor="t" bIns="0" lIns="0" spcFirstLastPara="1" rIns="0" wrap="square" tIns="0">
            <a:spAutoFit/>
          </a:bodyPr>
          <a:lstStyle>
            <a:lvl1pPr lvl="0">
              <a:lnSpc>
                <a:spcPct val="90000"/>
              </a:lnSpc>
              <a:spcBef>
                <a:spcPts val="0"/>
              </a:spcBef>
              <a:spcAft>
                <a:spcPts val="0"/>
              </a:spcAft>
              <a:buNone/>
              <a:defRPr sz="1800"/>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p:txBody>
      </p:sp>
      <p:sp>
        <p:nvSpPr>
          <p:cNvPr id="100" name="Google Shape;100;p10"/>
          <p:cNvSpPr txBox="1"/>
          <p:nvPr>
            <p:ph idx="2" type="title"/>
          </p:nvPr>
        </p:nvSpPr>
        <p:spPr>
          <a:xfrm>
            <a:off x="270983"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1" name="Google Shape;101;p10"/>
          <p:cNvSpPr txBox="1"/>
          <p:nvPr>
            <p:ph idx="3" type="title"/>
          </p:nvPr>
        </p:nvSpPr>
        <p:spPr>
          <a:xfrm>
            <a:off x="270983"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2" name="Google Shape;102;p10"/>
          <p:cNvSpPr txBox="1"/>
          <p:nvPr>
            <p:ph idx="4" type="title"/>
          </p:nvPr>
        </p:nvSpPr>
        <p:spPr>
          <a:xfrm>
            <a:off x="4858317" y="19850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3" name="Google Shape;103;p10"/>
          <p:cNvSpPr txBox="1"/>
          <p:nvPr>
            <p:ph idx="5" type="title"/>
          </p:nvPr>
        </p:nvSpPr>
        <p:spPr>
          <a:xfrm>
            <a:off x="4858317" y="29228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4" name="Google Shape;104;p10"/>
          <p:cNvSpPr txBox="1"/>
          <p:nvPr>
            <p:ph idx="6" type="title"/>
          </p:nvPr>
        </p:nvSpPr>
        <p:spPr>
          <a:xfrm>
            <a:off x="4858317" y="3860625"/>
            <a:ext cx="3342900" cy="2733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1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1800">
                <a:solidFill>
                  <a:schemeClr val="lt1"/>
                </a:solidFill>
                <a:latin typeface="Playfair Display"/>
                <a:ea typeface="Playfair Display"/>
                <a:cs typeface="Playfair Display"/>
                <a:sym typeface="Playfair Display"/>
              </a:defRPr>
            </a:lvl9pPr>
          </a:lstStyle>
          <a:p/>
        </p:txBody>
      </p:sp>
      <p:sp>
        <p:nvSpPr>
          <p:cNvPr id="105" name="Google Shape;105;p10"/>
          <p:cNvSpPr txBox="1"/>
          <p:nvPr>
            <p:ph idx="7"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06" name="Google Shape;106;p10"/>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07" name="Google Shape;107;p10"/>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0"/>
          <p:cNvSpPr txBox="1"/>
          <p:nvPr>
            <p:ph idx="8" type="subTitle"/>
          </p:nvPr>
        </p:nvSpPr>
        <p:spPr>
          <a:xfrm>
            <a:off x="271825"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09" name="Google Shape;109;p10"/>
          <p:cNvSpPr txBox="1"/>
          <p:nvPr>
            <p:ph idx="9" type="subTitle"/>
          </p:nvPr>
        </p:nvSpPr>
        <p:spPr>
          <a:xfrm>
            <a:off x="4858700" y="17974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10" name="Google Shape;110;p10"/>
          <p:cNvSpPr txBox="1"/>
          <p:nvPr>
            <p:ph idx="13" type="subTitle"/>
          </p:nvPr>
        </p:nvSpPr>
        <p:spPr>
          <a:xfrm>
            <a:off x="271825"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11" name="Google Shape;111;p10"/>
          <p:cNvSpPr txBox="1"/>
          <p:nvPr>
            <p:ph idx="14" type="subTitle"/>
          </p:nvPr>
        </p:nvSpPr>
        <p:spPr>
          <a:xfrm>
            <a:off x="271825"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12" name="Google Shape;112;p10"/>
          <p:cNvSpPr txBox="1"/>
          <p:nvPr>
            <p:ph idx="15" type="subTitle"/>
          </p:nvPr>
        </p:nvSpPr>
        <p:spPr>
          <a:xfrm>
            <a:off x="4858700" y="27352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
        <p:nvSpPr>
          <p:cNvPr id="113" name="Google Shape;113;p10"/>
          <p:cNvSpPr txBox="1"/>
          <p:nvPr>
            <p:ph idx="16" type="subTitle"/>
          </p:nvPr>
        </p:nvSpPr>
        <p:spPr>
          <a:xfrm>
            <a:off x="4858700" y="3673000"/>
            <a:ext cx="1809900" cy="136200"/>
          </a:xfrm>
          <a:prstGeom prst="rect">
            <a:avLst/>
          </a:prstGeom>
        </p:spPr>
        <p:txBody>
          <a:bodyPr anchorCtr="0" anchor="t" bIns="0" lIns="0" spcFirstLastPara="1" rIns="0" wrap="square" tIns="0">
            <a:noAutofit/>
          </a:bodyPr>
          <a:lstStyle>
            <a:lvl1pPr lvl="0">
              <a:spcBef>
                <a:spcPts val="0"/>
              </a:spcBef>
              <a:spcAft>
                <a:spcPts val="0"/>
              </a:spcAft>
              <a:buSzPts val="800"/>
              <a:buFont typeface="Lato"/>
              <a:buNone/>
              <a:defRPr sz="800"/>
            </a:lvl1pPr>
            <a:lvl2pPr lvl="1">
              <a:spcBef>
                <a:spcPts val="0"/>
              </a:spcBef>
              <a:spcAft>
                <a:spcPts val="0"/>
              </a:spcAft>
              <a:buSzPts val="800"/>
              <a:buFont typeface="Lato"/>
              <a:buNone/>
              <a:defRPr sz="800"/>
            </a:lvl2pPr>
            <a:lvl3pPr lvl="2">
              <a:spcBef>
                <a:spcPts val="0"/>
              </a:spcBef>
              <a:spcAft>
                <a:spcPts val="0"/>
              </a:spcAft>
              <a:buSzPts val="800"/>
              <a:buFont typeface="Lato"/>
              <a:buNone/>
              <a:defRPr sz="800"/>
            </a:lvl3pPr>
            <a:lvl4pPr lvl="3">
              <a:spcBef>
                <a:spcPts val="0"/>
              </a:spcBef>
              <a:spcAft>
                <a:spcPts val="0"/>
              </a:spcAft>
              <a:buSzPts val="800"/>
              <a:buFont typeface="Lato"/>
              <a:buNone/>
              <a:defRPr sz="800"/>
            </a:lvl4pPr>
            <a:lvl5pPr lvl="4">
              <a:spcBef>
                <a:spcPts val="0"/>
              </a:spcBef>
              <a:spcAft>
                <a:spcPts val="0"/>
              </a:spcAft>
              <a:buSzPts val="800"/>
              <a:buFont typeface="Lato"/>
              <a:buNone/>
              <a:defRPr sz="800"/>
            </a:lvl5pPr>
            <a:lvl6pPr lvl="5">
              <a:spcBef>
                <a:spcPts val="0"/>
              </a:spcBef>
              <a:spcAft>
                <a:spcPts val="0"/>
              </a:spcAft>
              <a:buSzPts val="800"/>
              <a:buFont typeface="Lato"/>
              <a:buNone/>
              <a:defRPr sz="800"/>
            </a:lvl6pPr>
            <a:lvl7pPr lvl="6">
              <a:spcBef>
                <a:spcPts val="0"/>
              </a:spcBef>
              <a:spcAft>
                <a:spcPts val="0"/>
              </a:spcAft>
              <a:buSzPts val="800"/>
              <a:buFont typeface="Lato"/>
              <a:buNone/>
              <a:defRPr sz="800"/>
            </a:lvl7pPr>
            <a:lvl8pPr lvl="7">
              <a:spcBef>
                <a:spcPts val="0"/>
              </a:spcBef>
              <a:spcAft>
                <a:spcPts val="0"/>
              </a:spcAft>
              <a:buSzPts val="800"/>
              <a:buFont typeface="Lato"/>
              <a:buNone/>
              <a:defRPr sz="800"/>
            </a:lvl8pPr>
            <a:lvl9pPr lvl="8">
              <a:spcBef>
                <a:spcPts val="0"/>
              </a:spcBef>
              <a:spcAft>
                <a:spcPts val="0"/>
              </a:spcAft>
              <a:buSzPts val="800"/>
              <a:buFont typeface="Lato"/>
              <a:buNone/>
              <a:defRPr sz="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ft image with right text">
  <p:cSld name="BLANK_1_1_1_1_1_1_1_1_1_1_1_1_1_1_1_1">
    <p:spTree>
      <p:nvGrpSpPr>
        <p:cNvPr id="114" name="Shape 114"/>
        <p:cNvGrpSpPr/>
        <p:nvPr/>
      </p:nvGrpSpPr>
      <p:grpSpPr>
        <a:xfrm>
          <a:off x="0" y="0"/>
          <a:ext cx="0" cy="0"/>
          <a:chOff x="0" y="0"/>
          <a:chExt cx="0" cy="0"/>
        </a:xfrm>
      </p:grpSpPr>
      <p:sp>
        <p:nvSpPr>
          <p:cNvPr id="115" name="Google Shape;115;p11"/>
          <p:cNvSpPr/>
          <p:nvPr>
            <p:ph idx="2" type="pic"/>
          </p:nvPr>
        </p:nvSpPr>
        <p:spPr>
          <a:xfrm>
            <a:off x="0" y="0"/>
            <a:ext cx="4348800" cy="5143500"/>
          </a:xfrm>
          <a:prstGeom prst="rect">
            <a:avLst/>
          </a:prstGeom>
          <a:noFill/>
          <a:ln>
            <a:noFill/>
          </a:ln>
        </p:spPr>
      </p:sp>
      <p:sp>
        <p:nvSpPr>
          <p:cNvPr id="116" name="Google Shape;116;p11"/>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17" name="Google Shape;117;p11"/>
          <p:cNvSpPr txBox="1"/>
          <p:nvPr>
            <p:ph type="title"/>
          </p:nvPr>
        </p:nvSpPr>
        <p:spPr>
          <a:xfrm>
            <a:off x="4618950" y="457200"/>
            <a:ext cx="4251600" cy="7515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18" name="Google Shape;118;p11"/>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11"/>
          <p:cNvSpPr txBox="1"/>
          <p:nvPr>
            <p:ph idx="3" type="subTitle"/>
          </p:nvPr>
        </p:nvSpPr>
        <p:spPr>
          <a:xfrm>
            <a:off x="4618950" y="2823908"/>
            <a:ext cx="4251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20" name="Google Shape;120;p11"/>
          <p:cNvSpPr txBox="1"/>
          <p:nvPr>
            <p:ph idx="4" type="body"/>
          </p:nvPr>
        </p:nvSpPr>
        <p:spPr>
          <a:xfrm>
            <a:off x="4618950" y="3457500"/>
            <a:ext cx="4251600" cy="906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lt1"/>
              </a:buClr>
              <a:buSzPts val="1200"/>
              <a:buFont typeface="Lato"/>
              <a:buChar char="●"/>
              <a:defRPr/>
            </a:lvl1pPr>
            <a:lvl2pPr indent="-304800" lvl="1" marL="914400">
              <a:spcBef>
                <a:spcPts val="0"/>
              </a:spcBef>
              <a:spcAft>
                <a:spcPts val="0"/>
              </a:spcAft>
              <a:buClr>
                <a:schemeClr val="lt1"/>
              </a:buClr>
              <a:buSzPts val="1200"/>
              <a:buFont typeface="Lato"/>
              <a:buChar char="○"/>
              <a:defRPr/>
            </a:lvl2pPr>
            <a:lvl3pPr indent="-304800" lvl="2" marL="1371600">
              <a:spcBef>
                <a:spcPts val="0"/>
              </a:spcBef>
              <a:spcAft>
                <a:spcPts val="0"/>
              </a:spcAft>
              <a:buClr>
                <a:schemeClr val="lt1"/>
              </a:buClr>
              <a:buSzPts val="1200"/>
              <a:buFont typeface="Lato"/>
              <a:buChar char="■"/>
              <a:defRPr/>
            </a:lvl3pPr>
            <a:lvl4pPr indent="-304800" lvl="3" marL="1828800">
              <a:spcBef>
                <a:spcPts val="0"/>
              </a:spcBef>
              <a:spcAft>
                <a:spcPts val="0"/>
              </a:spcAft>
              <a:buClr>
                <a:schemeClr val="lt1"/>
              </a:buClr>
              <a:buSzPts val="1200"/>
              <a:buFont typeface="Lato"/>
              <a:buChar char="●"/>
              <a:defRPr/>
            </a:lvl4pPr>
            <a:lvl5pPr indent="-304800" lvl="4" marL="2286000">
              <a:spcBef>
                <a:spcPts val="0"/>
              </a:spcBef>
              <a:spcAft>
                <a:spcPts val="0"/>
              </a:spcAft>
              <a:buClr>
                <a:schemeClr val="lt1"/>
              </a:buClr>
              <a:buSzPts val="1200"/>
              <a:buFont typeface="Lato"/>
              <a:buChar char="○"/>
              <a:defRPr/>
            </a:lvl5pPr>
            <a:lvl6pPr indent="-304800" lvl="5" marL="2743200">
              <a:spcBef>
                <a:spcPts val="0"/>
              </a:spcBef>
              <a:spcAft>
                <a:spcPts val="0"/>
              </a:spcAft>
              <a:buClr>
                <a:schemeClr val="lt1"/>
              </a:buClr>
              <a:buSzPts val="1200"/>
              <a:buFont typeface="Lato"/>
              <a:buChar char="■"/>
              <a:defRPr/>
            </a:lvl6pPr>
            <a:lvl7pPr indent="-304800" lvl="6" marL="3200400">
              <a:spcBef>
                <a:spcPts val="0"/>
              </a:spcBef>
              <a:spcAft>
                <a:spcPts val="0"/>
              </a:spcAft>
              <a:buClr>
                <a:schemeClr val="lt1"/>
              </a:buClr>
              <a:buSzPts val="1200"/>
              <a:buFont typeface="Lato"/>
              <a:buChar char="●"/>
              <a:defRPr/>
            </a:lvl7pPr>
            <a:lvl8pPr indent="-304800" lvl="7" marL="3657600">
              <a:spcBef>
                <a:spcPts val="0"/>
              </a:spcBef>
              <a:spcAft>
                <a:spcPts val="0"/>
              </a:spcAft>
              <a:buClr>
                <a:schemeClr val="lt1"/>
              </a:buClr>
              <a:buSzPts val="1200"/>
              <a:buFont typeface="Lato"/>
              <a:buChar char="○"/>
              <a:defRPr/>
            </a:lvl8pPr>
            <a:lvl9pPr indent="-304800" lvl="8" marL="4114800">
              <a:spcBef>
                <a:spcPts val="0"/>
              </a:spcBef>
              <a:spcAft>
                <a:spcPts val="0"/>
              </a:spcAft>
              <a:buClr>
                <a:schemeClr val="lt1"/>
              </a:buClr>
              <a:buSzPts val="1200"/>
              <a:buFont typeface="Lato"/>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right image">
  <p:cSld name="BLANK_1_1_1_1_1_1_1_1_1_1_1_1_1_1_1_1_2">
    <p:spTree>
      <p:nvGrpSpPr>
        <p:cNvPr id="121" name="Shape 121"/>
        <p:cNvGrpSpPr/>
        <p:nvPr/>
      </p:nvGrpSpPr>
      <p:grpSpPr>
        <a:xfrm>
          <a:off x="0" y="0"/>
          <a:ext cx="0" cy="0"/>
          <a:chOff x="0" y="0"/>
          <a:chExt cx="0" cy="0"/>
        </a:xfrm>
      </p:grpSpPr>
      <p:sp>
        <p:nvSpPr>
          <p:cNvPr id="122" name="Google Shape;122;p12"/>
          <p:cNvSpPr/>
          <p:nvPr>
            <p:ph idx="2" type="pic"/>
          </p:nvPr>
        </p:nvSpPr>
        <p:spPr>
          <a:xfrm>
            <a:off x="6877724" y="0"/>
            <a:ext cx="2266200" cy="3405000"/>
          </a:xfrm>
          <a:prstGeom prst="rect">
            <a:avLst/>
          </a:prstGeom>
          <a:noFill/>
          <a:ln>
            <a:noFill/>
          </a:ln>
        </p:spPr>
      </p:sp>
      <p:sp>
        <p:nvSpPr>
          <p:cNvPr id="123" name="Google Shape;123;p12"/>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24" name="Google Shape;124;p12"/>
          <p:cNvSpPr txBox="1"/>
          <p:nvPr>
            <p:ph idx="1"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25" name="Google Shape;125;p12"/>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lvl1pPr lvl="0">
              <a:buNone/>
              <a:defRPr sz="800">
                <a:solidFill>
                  <a:schemeClr val="lt1"/>
                </a:solidFill>
                <a:latin typeface="Lato"/>
                <a:ea typeface="Lato"/>
                <a:cs typeface="Lato"/>
                <a:sym typeface="Lato"/>
              </a:defRPr>
            </a:lvl1pPr>
            <a:lvl2pPr lvl="1">
              <a:buNone/>
              <a:defRPr sz="800">
                <a:solidFill>
                  <a:schemeClr val="lt1"/>
                </a:solidFill>
                <a:latin typeface="Lato"/>
                <a:ea typeface="Lato"/>
                <a:cs typeface="Lato"/>
                <a:sym typeface="Lato"/>
              </a:defRPr>
            </a:lvl2pPr>
            <a:lvl3pPr lvl="2">
              <a:buNone/>
              <a:defRPr sz="800">
                <a:solidFill>
                  <a:schemeClr val="lt1"/>
                </a:solidFill>
                <a:latin typeface="Lato"/>
                <a:ea typeface="Lato"/>
                <a:cs typeface="Lato"/>
                <a:sym typeface="Lato"/>
              </a:defRPr>
            </a:lvl3pPr>
            <a:lvl4pPr lvl="3">
              <a:buNone/>
              <a:defRPr sz="800">
                <a:solidFill>
                  <a:schemeClr val="lt1"/>
                </a:solidFill>
                <a:latin typeface="Lato"/>
                <a:ea typeface="Lato"/>
                <a:cs typeface="Lato"/>
                <a:sym typeface="Lato"/>
              </a:defRPr>
            </a:lvl4pPr>
            <a:lvl5pPr lvl="4">
              <a:buNone/>
              <a:defRPr sz="800">
                <a:solidFill>
                  <a:schemeClr val="lt1"/>
                </a:solidFill>
                <a:latin typeface="Lato"/>
                <a:ea typeface="Lato"/>
                <a:cs typeface="Lato"/>
                <a:sym typeface="Lato"/>
              </a:defRPr>
            </a:lvl5pPr>
            <a:lvl6pPr lvl="5">
              <a:buNone/>
              <a:defRPr sz="800">
                <a:solidFill>
                  <a:schemeClr val="lt1"/>
                </a:solidFill>
                <a:latin typeface="Lato"/>
                <a:ea typeface="Lato"/>
                <a:cs typeface="Lato"/>
                <a:sym typeface="Lato"/>
              </a:defRPr>
            </a:lvl6pPr>
            <a:lvl7pPr lvl="6">
              <a:buNone/>
              <a:defRPr sz="800">
                <a:solidFill>
                  <a:schemeClr val="lt1"/>
                </a:solidFill>
                <a:latin typeface="Lato"/>
                <a:ea typeface="Lato"/>
                <a:cs typeface="Lato"/>
                <a:sym typeface="Lato"/>
              </a:defRPr>
            </a:lvl7pPr>
            <a:lvl8pPr lvl="7">
              <a:buNone/>
              <a:defRPr sz="800">
                <a:solidFill>
                  <a:schemeClr val="lt1"/>
                </a:solidFill>
                <a:latin typeface="Lato"/>
                <a:ea typeface="Lato"/>
                <a:cs typeface="Lato"/>
                <a:sym typeface="Lato"/>
              </a:defRPr>
            </a:lvl8pPr>
            <a:lvl9pPr lvl="8">
              <a:buNone/>
              <a:defRPr sz="8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xt steps">
  <p:cSld name="CUSTOM">
    <p:spTree>
      <p:nvGrpSpPr>
        <p:cNvPr id="126" name="Shape 126"/>
        <p:cNvGrpSpPr/>
        <p:nvPr/>
      </p:nvGrpSpPr>
      <p:grpSpPr>
        <a:xfrm>
          <a:off x="0" y="0"/>
          <a:ext cx="0" cy="0"/>
          <a:chOff x="0" y="0"/>
          <a:chExt cx="0" cy="0"/>
        </a:xfrm>
      </p:grpSpPr>
      <p:sp>
        <p:nvSpPr>
          <p:cNvPr id="127" name="Google Shape;127;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atin typeface="Lato"/>
                <a:ea typeface="Lato"/>
                <a:cs typeface="Lato"/>
                <a:sym typeface="Lato"/>
              </a:defRPr>
            </a:lvl1pPr>
            <a:lvl2pPr lvl="1">
              <a:buNone/>
              <a:defRPr>
                <a:latin typeface="Lato"/>
                <a:ea typeface="Lato"/>
                <a:cs typeface="Lato"/>
                <a:sym typeface="Lato"/>
              </a:defRPr>
            </a:lvl2pPr>
            <a:lvl3pPr lvl="2">
              <a:buNone/>
              <a:defRPr>
                <a:latin typeface="Lato"/>
                <a:ea typeface="Lato"/>
                <a:cs typeface="Lato"/>
                <a:sym typeface="Lato"/>
              </a:defRPr>
            </a:lvl3pPr>
            <a:lvl4pPr lvl="3">
              <a:buNone/>
              <a:defRPr>
                <a:latin typeface="Lato"/>
                <a:ea typeface="Lato"/>
                <a:cs typeface="Lato"/>
                <a:sym typeface="Lato"/>
              </a:defRPr>
            </a:lvl4pPr>
            <a:lvl5pPr lvl="4">
              <a:buNone/>
              <a:defRPr>
                <a:latin typeface="Lato"/>
                <a:ea typeface="Lato"/>
                <a:cs typeface="Lato"/>
                <a:sym typeface="Lato"/>
              </a:defRPr>
            </a:lvl5pPr>
            <a:lvl6pPr lvl="5">
              <a:buNone/>
              <a:defRPr>
                <a:latin typeface="Lato"/>
                <a:ea typeface="Lato"/>
                <a:cs typeface="Lato"/>
                <a:sym typeface="Lato"/>
              </a:defRPr>
            </a:lvl6pPr>
            <a:lvl7pPr lvl="6">
              <a:buNone/>
              <a:defRPr>
                <a:latin typeface="Lato"/>
                <a:ea typeface="Lato"/>
                <a:cs typeface="Lato"/>
                <a:sym typeface="Lato"/>
              </a:defRPr>
            </a:lvl7pPr>
            <a:lvl8pPr lvl="7">
              <a:buNone/>
              <a:defRPr>
                <a:latin typeface="Lato"/>
                <a:ea typeface="Lato"/>
                <a:cs typeface="Lato"/>
                <a:sym typeface="Lato"/>
              </a:defRPr>
            </a:lvl8pPr>
            <a:lvl9pPr lvl="8">
              <a:buNone/>
              <a:defRPr>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
        <p:nvSpPr>
          <p:cNvPr id="128" name="Google Shape;128;p13"/>
          <p:cNvSpPr txBox="1"/>
          <p:nvPr>
            <p:ph type="title"/>
          </p:nvPr>
        </p:nvSpPr>
        <p:spPr>
          <a:xfrm>
            <a:off x="276075" y="457200"/>
            <a:ext cx="85944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29" name="Google Shape;129;p13"/>
          <p:cNvSpPr txBox="1"/>
          <p:nvPr>
            <p:ph idx="1" type="subTitle"/>
          </p:nvPr>
        </p:nvSpPr>
        <p:spPr>
          <a:xfrm>
            <a:off x="1114250" y="18790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0" name="Google Shape;130;p13"/>
          <p:cNvSpPr txBox="1"/>
          <p:nvPr>
            <p:ph idx="2" type="subTitle"/>
          </p:nvPr>
        </p:nvSpPr>
        <p:spPr>
          <a:xfrm>
            <a:off x="2135350" y="18790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1" name="Google Shape;131;p13"/>
          <p:cNvSpPr txBox="1"/>
          <p:nvPr>
            <p:ph idx="3" type="subTitle"/>
          </p:nvPr>
        </p:nvSpPr>
        <p:spPr>
          <a:xfrm>
            <a:off x="5787475" y="19129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32" name="Google Shape;132;p13"/>
          <p:cNvSpPr txBox="1"/>
          <p:nvPr>
            <p:ph idx="4" type="subTitle"/>
          </p:nvPr>
        </p:nvSpPr>
        <p:spPr>
          <a:xfrm>
            <a:off x="1114250" y="28168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3" name="Google Shape;133;p13"/>
          <p:cNvSpPr txBox="1"/>
          <p:nvPr>
            <p:ph idx="5" type="subTitle"/>
          </p:nvPr>
        </p:nvSpPr>
        <p:spPr>
          <a:xfrm>
            <a:off x="2135350" y="28168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4" name="Google Shape;134;p13"/>
          <p:cNvSpPr txBox="1"/>
          <p:nvPr>
            <p:ph idx="6" type="subTitle"/>
          </p:nvPr>
        </p:nvSpPr>
        <p:spPr>
          <a:xfrm>
            <a:off x="5787475" y="28507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
        <p:nvSpPr>
          <p:cNvPr id="135" name="Google Shape;135;p13"/>
          <p:cNvSpPr txBox="1"/>
          <p:nvPr>
            <p:ph idx="7" type="subTitle"/>
          </p:nvPr>
        </p:nvSpPr>
        <p:spPr>
          <a:xfrm>
            <a:off x="1114250" y="3754600"/>
            <a:ext cx="9186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Medium"/>
              <a:buNone/>
              <a:defRPr>
                <a:latin typeface="Playfair Display Medium"/>
                <a:ea typeface="Playfair Display Medium"/>
                <a:cs typeface="Playfair Display Medium"/>
                <a:sym typeface="Playfair Display Medium"/>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6" name="Google Shape;136;p13"/>
          <p:cNvSpPr txBox="1"/>
          <p:nvPr>
            <p:ph idx="8" type="subTitle"/>
          </p:nvPr>
        </p:nvSpPr>
        <p:spPr>
          <a:xfrm>
            <a:off x="2135350" y="3754600"/>
            <a:ext cx="2933400" cy="4155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1pPr>
            <a:lvl2pPr lvl="1">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2pPr>
            <a:lvl3pPr lvl="2">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3pPr>
            <a:lvl4pPr lvl="3">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4pPr>
            <a:lvl5pPr lvl="4">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5pPr>
            <a:lvl6pPr lvl="5">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6pPr>
            <a:lvl7pPr lvl="6">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7pPr>
            <a:lvl8pPr lvl="7">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8pPr>
            <a:lvl9pPr lvl="8">
              <a:spcBef>
                <a:spcPts val="0"/>
              </a:spcBef>
              <a:spcAft>
                <a:spcPts val="0"/>
              </a:spcAft>
              <a:buClr>
                <a:schemeClr val="lt1"/>
              </a:buClr>
              <a:buSzPts val="1400"/>
              <a:buFont typeface="Playfair Display"/>
              <a:buNone/>
              <a:defRPr>
                <a:latin typeface="Playfair Display"/>
                <a:ea typeface="Playfair Display"/>
                <a:cs typeface="Playfair Display"/>
                <a:sym typeface="Playfair Display"/>
              </a:defRPr>
            </a:lvl9pPr>
          </a:lstStyle>
          <a:p/>
        </p:txBody>
      </p:sp>
      <p:sp>
        <p:nvSpPr>
          <p:cNvPr id="137" name="Google Shape;137;p13"/>
          <p:cNvSpPr txBox="1"/>
          <p:nvPr>
            <p:ph idx="9" type="subTitle"/>
          </p:nvPr>
        </p:nvSpPr>
        <p:spPr>
          <a:xfrm>
            <a:off x="5787475" y="3788500"/>
            <a:ext cx="3072600" cy="415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1">
  <p:cSld name="CUSTOM_1">
    <p:spTree>
      <p:nvGrpSpPr>
        <p:cNvPr id="138" name="Shape 138"/>
        <p:cNvGrpSpPr/>
        <p:nvPr/>
      </p:nvGrpSpPr>
      <p:grpSpPr>
        <a:xfrm>
          <a:off x="0" y="0"/>
          <a:ext cx="0" cy="0"/>
          <a:chOff x="0" y="0"/>
          <a:chExt cx="0" cy="0"/>
        </a:xfrm>
      </p:grpSpPr>
      <p:sp>
        <p:nvSpPr>
          <p:cNvPr id="139" name="Google Shape;139;p14"/>
          <p:cNvSpPr txBox="1"/>
          <p:nvPr/>
        </p:nvSpPr>
        <p:spPr>
          <a:xfrm>
            <a:off x="8656458" y="4815950"/>
            <a:ext cx="336000" cy="183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sz="800">
                <a:latin typeface="Lato"/>
                <a:ea typeface="Lato"/>
                <a:cs typeface="Lato"/>
                <a:sym typeface="Lato"/>
              </a:rPr>
              <a:t>‹#›</a:t>
            </a:fld>
            <a:endParaRPr sz="800">
              <a:latin typeface="Lato"/>
              <a:ea typeface="Lato"/>
              <a:cs typeface="Lato"/>
              <a:sym typeface="Lato"/>
            </a:endParaRPr>
          </a:p>
        </p:txBody>
      </p:sp>
      <p:sp>
        <p:nvSpPr>
          <p:cNvPr id="140" name="Google Shape;140;p14"/>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41" name="Google Shape;141;p14"/>
          <p:cNvSpPr txBox="1"/>
          <p:nvPr>
            <p:ph idx="1" type="subTitle"/>
          </p:nvPr>
        </p:nvSpPr>
        <p:spPr>
          <a:xfrm>
            <a:off x="276075" y="1194000"/>
            <a:ext cx="19902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42" name="Google Shape;142;p14"/>
          <p:cNvSpPr txBox="1"/>
          <p:nvPr>
            <p:ph idx="2" type="subTitle"/>
          </p:nvPr>
        </p:nvSpPr>
        <p:spPr>
          <a:xfrm>
            <a:off x="3074775" y="1194000"/>
            <a:ext cx="4164900" cy="2265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43" name="Google Shape;143;p14"/>
          <p:cNvSpPr txBox="1"/>
          <p:nvPr>
            <p:ph idx="3" type="body"/>
          </p:nvPr>
        </p:nvSpPr>
        <p:spPr>
          <a:xfrm>
            <a:off x="30747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44" name="Google Shape;144;p14"/>
          <p:cNvSpPr txBox="1"/>
          <p:nvPr>
            <p:ph idx="4" type="subTitle"/>
          </p:nvPr>
        </p:nvSpPr>
        <p:spPr>
          <a:xfrm>
            <a:off x="30747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45" name="Google Shape;145;p14"/>
          <p:cNvSpPr txBox="1"/>
          <p:nvPr>
            <p:ph idx="5" type="body"/>
          </p:nvPr>
        </p:nvSpPr>
        <p:spPr>
          <a:xfrm>
            <a:off x="48828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46" name="Google Shape;146;p14"/>
          <p:cNvSpPr txBox="1"/>
          <p:nvPr>
            <p:ph idx="6" type="subTitle"/>
          </p:nvPr>
        </p:nvSpPr>
        <p:spPr>
          <a:xfrm>
            <a:off x="48828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47" name="Google Shape;147;p14"/>
          <p:cNvSpPr txBox="1"/>
          <p:nvPr>
            <p:ph idx="7" type="body"/>
          </p:nvPr>
        </p:nvSpPr>
        <p:spPr>
          <a:xfrm>
            <a:off x="6690975" y="1873600"/>
            <a:ext cx="1513500" cy="11520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48" name="Google Shape;148;p14"/>
          <p:cNvSpPr txBox="1"/>
          <p:nvPr>
            <p:ph idx="8" type="subTitle"/>
          </p:nvPr>
        </p:nvSpPr>
        <p:spPr>
          <a:xfrm>
            <a:off x="6690975" y="1637950"/>
            <a:ext cx="15135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49" name="Google Shape;149;p14"/>
          <p:cNvSpPr txBox="1"/>
          <p:nvPr>
            <p:ph idx="9"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50" name="Google Shape;150;p14"/>
          <p:cNvSpPr/>
          <p:nvPr>
            <p:ph idx="13" type="pic"/>
          </p:nvPr>
        </p:nvSpPr>
        <p:spPr>
          <a:xfrm>
            <a:off x="-74" y="3991500"/>
            <a:ext cx="2266200" cy="1152000"/>
          </a:xfrm>
          <a:prstGeom prst="rect">
            <a:avLst/>
          </a:prstGeom>
          <a:noFill/>
          <a:ln>
            <a:noFill/>
          </a:ln>
        </p:spPr>
      </p:sp>
      <p:sp>
        <p:nvSpPr>
          <p:cNvPr id="151" name="Google Shape;151;p14"/>
          <p:cNvSpPr txBox="1"/>
          <p:nvPr>
            <p:ph idx="12" type="sldNum"/>
          </p:nvPr>
        </p:nvSpPr>
        <p:spPr>
          <a:xfrm>
            <a:off x="8915401" y="4749850"/>
            <a:ext cx="1902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2">
  <p:cSld name="CUSTOM_1_1">
    <p:spTree>
      <p:nvGrpSpPr>
        <p:cNvPr id="152" name="Shape 152"/>
        <p:cNvGrpSpPr/>
        <p:nvPr/>
      </p:nvGrpSpPr>
      <p:grpSpPr>
        <a:xfrm>
          <a:off x="0" y="0"/>
          <a:ext cx="0" cy="0"/>
          <a:chOff x="0" y="0"/>
          <a:chExt cx="0" cy="0"/>
        </a:xfrm>
      </p:grpSpPr>
      <p:sp>
        <p:nvSpPr>
          <p:cNvPr id="153" name="Google Shape;153;p15"/>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54" name="Google Shape;154;p15"/>
          <p:cNvSpPr txBox="1"/>
          <p:nvPr>
            <p:ph idx="1" type="subTitle"/>
          </p:nvPr>
        </p:nvSpPr>
        <p:spPr>
          <a:xfrm>
            <a:off x="276075" y="1194000"/>
            <a:ext cx="4992600" cy="5340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a:latin typeface="Playfair Display Medium"/>
                <a:ea typeface="Playfair Display Medium"/>
                <a:cs typeface="Playfair Display Medium"/>
                <a:sym typeface="Playfair Display Medium"/>
              </a:defRPr>
            </a:lvl1pPr>
            <a:lvl2pPr lvl="1">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2pPr>
            <a:lvl3pPr lvl="2">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3pPr>
            <a:lvl4pPr lvl="3">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4pPr>
            <a:lvl5pPr lvl="4">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5pPr>
            <a:lvl6pPr lvl="5">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6pPr>
            <a:lvl7pPr lvl="6">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7pPr>
            <a:lvl8pPr lvl="7">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8pPr>
            <a:lvl9pPr lvl="8">
              <a:lnSpc>
                <a:spcPct val="115000"/>
              </a:lnSpc>
              <a:spcBef>
                <a:spcPts val="0"/>
              </a:spcBef>
              <a:spcAft>
                <a:spcPts val="0"/>
              </a:spcAft>
              <a:buSzPts val="1400"/>
              <a:buFont typeface="Playfair Display Medium"/>
              <a:buNone/>
              <a:defRPr>
                <a:latin typeface="Playfair Display Medium"/>
                <a:ea typeface="Playfair Display Medium"/>
                <a:cs typeface="Playfair Display Medium"/>
                <a:sym typeface="Playfair Display Medium"/>
              </a:defRPr>
            </a:lvl9pPr>
          </a:lstStyle>
          <a:p/>
        </p:txBody>
      </p:sp>
      <p:sp>
        <p:nvSpPr>
          <p:cNvPr id="155" name="Google Shape;155;p15"/>
          <p:cNvSpPr txBox="1"/>
          <p:nvPr>
            <p:ph idx="2"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56" name="Google Shape;156;p15"/>
          <p:cNvSpPr txBox="1"/>
          <p:nvPr>
            <p:ph idx="3"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57" name="Google Shape;157;p15"/>
          <p:cNvSpPr txBox="1"/>
          <p:nvPr>
            <p:ph idx="4" type="body"/>
          </p:nvPr>
        </p:nvSpPr>
        <p:spPr>
          <a:xfrm>
            <a:off x="2760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58" name="Google Shape;158;p15"/>
          <p:cNvSpPr txBox="1"/>
          <p:nvPr>
            <p:ph idx="5" type="subTitle"/>
          </p:nvPr>
        </p:nvSpPr>
        <p:spPr>
          <a:xfrm>
            <a:off x="2760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59" name="Google Shape;159;p15"/>
          <p:cNvSpPr txBox="1"/>
          <p:nvPr>
            <p:ph idx="6" type="body"/>
          </p:nvPr>
        </p:nvSpPr>
        <p:spPr>
          <a:xfrm>
            <a:off x="30747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60" name="Google Shape;160;p15"/>
          <p:cNvSpPr txBox="1"/>
          <p:nvPr>
            <p:ph idx="7" type="subTitle"/>
          </p:nvPr>
        </p:nvSpPr>
        <p:spPr>
          <a:xfrm>
            <a:off x="30747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61" name="Google Shape;161;p15"/>
          <p:cNvSpPr txBox="1"/>
          <p:nvPr>
            <p:ph idx="8" type="body"/>
          </p:nvPr>
        </p:nvSpPr>
        <p:spPr>
          <a:xfrm>
            <a:off x="5873475" y="4018238"/>
            <a:ext cx="2463300" cy="6885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lt1"/>
              </a:buClr>
              <a:buSzPts val="1000"/>
              <a:buFont typeface="Lato"/>
              <a:buChar char="●"/>
              <a:defRPr sz="1000"/>
            </a:lvl1pPr>
            <a:lvl2pPr indent="-292100" lvl="1" marL="914400">
              <a:spcBef>
                <a:spcPts val="800"/>
              </a:spcBef>
              <a:spcAft>
                <a:spcPts val="0"/>
              </a:spcAft>
              <a:buClr>
                <a:schemeClr val="lt1"/>
              </a:buClr>
              <a:buSzPts val="1000"/>
              <a:buFont typeface="Lato"/>
              <a:buChar char="○"/>
              <a:defRPr sz="1000"/>
            </a:lvl2pPr>
            <a:lvl3pPr indent="-292100" lvl="2" marL="1371600">
              <a:spcBef>
                <a:spcPts val="800"/>
              </a:spcBef>
              <a:spcAft>
                <a:spcPts val="0"/>
              </a:spcAft>
              <a:buClr>
                <a:schemeClr val="lt1"/>
              </a:buClr>
              <a:buSzPts val="1000"/>
              <a:buFont typeface="Lato"/>
              <a:buChar char="■"/>
              <a:defRPr sz="1000"/>
            </a:lvl3pPr>
            <a:lvl4pPr indent="-292100" lvl="3" marL="1828800">
              <a:spcBef>
                <a:spcPts val="800"/>
              </a:spcBef>
              <a:spcAft>
                <a:spcPts val="0"/>
              </a:spcAft>
              <a:buClr>
                <a:schemeClr val="lt1"/>
              </a:buClr>
              <a:buSzPts val="1000"/>
              <a:buFont typeface="Lato"/>
              <a:buChar char="●"/>
              <a:defRPr sz="1000"/>
            </a:lvl4pPr>
            <a:lvl5pPr indent="-292100" lvl="4" marL="2286000">
              <a:spcBef>
                <a:spcPts val="800"/>
              </a:spcBef>
              <a:spcAft>
                <a:spcPts val="0"/>
              </a:spcAft>
              <a:buClr>
                <a:schemeClr val="lt1"/>
              </a:buClr>
              <a:buSzPts val="1000"/>
              <a:buFont typeface="Lato"/>
              <a:buChar char="○"/>
              <a:defRPr sz="1000"/>
            </a:lvl5pPr>
            <a:lvl6pPr indent="-292100" lvl="5" marL="2743200">
              <a:spcBef>
                <a:spcPts val="800"/>
              </a:spcBef>
              <a:spcAft>
                <a:spcPts val="0"/>
              </a:spcAft>
              <a:buClr>
                <a:schemeClr val="lt1"/>
              </a:buClr>
              <a:buSzPts val="1000"/>
              <a:buFont typeface="Lato"/>
              <a:buChar char="■"/>
              <a:defRPr sz="1000"/>
            </a:lvl6pPr>
            <a:lvl7pPr indent="-292100" lvl="6" marL="3200400">
              <a:spcBef>
                <a:spcPts val="800"/>
              </a:spcBef>
              <a:spcAft>
                <a:spcPts val="0"/>
              </a:spcAft>
              <a:buClr>
                <a:schemeClr val="lt1"/>
              </a:buClr>
              <a:buSzPts val="1000"/>
              <a:buFont typeface="Lato"/>
              <a:buChar char="●"/>
              <a:defRPr sz="1000"/>
            </a:lvl7pPr>
            <a:lvl8pPr indent="-292100" lvl="7" marL="3657600">
              <a:spcBef>
                <a:spcPts val="800"/>
              </a:spcBef>
              <a:spcAft>
                <a:spcPts val="0"/>
              </a:spcAft>
              <a:buClr>
                <a:schemeClr val="lt1"/>
              </a:buClr>
              <a:buSzPts val="1000"/>
              <a:buFont typeface="Lato"/>
              <a:buChar char="○"/>
              <a:defRPr sz="1000"/>
            </a:lvl8pPr>
            <a:lvl9pPr indent="-292100" lvl="8" marL="4114800">
              <a:spcBef>
                <a:spcPts val="800"/>
              </a:spcBef>
              <a:spcAft>
                <a:spcPts val="800"/>
              </a:spcAft>
              <a:buClr>
                <a:schemeClr val="lt1"/>
              </a:buClr>
              <a:buSzPts val="1000"/>
              <a:buFont typeface="Lato"/>
              <a:buChar char="■"/>
              <a:defRPr sz="1000"/>
            </a:lvl9pPr>
          </a:lstStyle>
          <a:p/>
        </p:txBody>
      </p:sp>
      <p:sp>
        <p:nvSpPr>
          <p:cNvPr id="162" name="Google Shape;162;p15"/>
          <p:cNvSpPr txBox="1"/>
          <p:nvPr>
            <p:ph idx="9" type="subTitle"/>
          </p:nvPr>
        </p:nvSpPr>
        <p:spPr>
          <a:xfrm>
            <a:off x="5873475" y="3759625"/>
            <a:ext cx="2463300" cy="149400"/>
          </a:xfrm>
          <a:prstGeom prst="rect">
            <a:avLst/>
          </a:prstGeom>
        </p:spPr>
        <p:txBody>
          <a:bodyPr anchorCtr="0" anchor="t" bIns="0" lIns="0" spcFirstLastPara="1" rIns="0" wrap="square" tIns="0">
            <a:noAutofit/>
          </a:bodyPr>
          <a:lstStyle>
            <a:lvl1pPr lvl="0">
              <a:lnSpc>
                <a:spcPct val="115000"/>
              </a:lnSpc>
              <a:spcBef>
                <a:spcPts val="0"/>
              </a:spcBef>
              <a:spcAft>
                <a:spcPts val="0"/>
              </a:spcAft>
              <a:buNone/>
              <a:defRPr sz="1000"/>
            </a:lvl1pPr>
            <a:lvl2pPr lvl="1">
              <a:lnSpc>
                <a:spcPct val="115000"/>
              </a:lnSpc>
              <a:spcBef>
                <a:spcPts val="0"/>
              </a:spcBef>
              <a:spcAft>
                <a:spcPts val="0"/>
              </a:spcAft>
              <a:buSzPts val="1000"/>
              <a:buNone/>
              <a:defRPr sz="1000"/>
            </a:lvl2pPr>
            <a:lvl3pPr lvl="2">
              <a:lnSpc>
                <a:spcPct val="115000"/>
              </a:lnSpc>
              <a:spcBef>
                <a:spcPts val="0"/>
              </a:spcBef>
              <a:spcAft>
                <a:spcPts val="0"/>
              </a:spcAft>
              <a:buSzPts val="1000"/>
              <a:buNone/>
              <a:defRPr sz="1000"/>
            </a:lvl3pPr>
            <a:lvl4pPr lvl="3">
              <a:lnSpc>
                <a:spcPct val="115000"/>
              </a:lnSpc>
              <a:spcBef>
                <a:spcPts val="0"/>
              </a:spcBef>
              <a:spcAft>
                <a:spcPts val="0"/>
              </a:spcAft>
              <a:buSzPts val="1000"/>
              <a:buNone/>
              <a:defRPr sz="1000"/>
            </a:lvl4pPr>
            <a:lvl5pPr lvl="4">
              <a:lnSpc>
                <a:spcPct val="115000"/>
              </a:lnSpc>
              <a:spcBef>
                <a:spcPts val="0"/>
              </a:spcBef>
              <a:spcAft>
                <a:spcPts val="0"/>
              </a:spcAft>
              <a:buSzPts val="1000"/>
              <a:buNone/>
              <a:defRPr sz="1000"/>
            </a:lvl5pPr>
            <a:lvl6pPr lvl="5">
              <a:lnSpc>
                <a:spcPct val="115000"/>
              </a:lnSpc>
              <a:spcBef>
                <a:spcPts val="0"/>
              </a:spcBef>
              <a:spcAft>
                <a:spcPts val="0"/>
              </a:spcAft>
              <a:buSzPts val="1000"/>
              <a:buNone/>
              <a:defRPr sz="1000"/>
            </a:lvl6pPr>
            <a:lvl7pPr lvl="6">
              <a:lnSpc>
                <a:spcPct val="115000"/>
              </a:lnSpc>
              <a:spcBef>
                <a:spcPts val="0"/>
              </a:spcBef>
              <a:spcAft>
                <a:spcPts val="0"/>
              </a:spcAft>
              <a:buSzPts val="1000"/>
              <a:buNone/>
              <a:defRPr sz="1000"/>
            </a:lvl7pPr>
            <a:lvl8pPr lvl="7">
              <a:lnSpc>
                <a:spcPct val="115000"/>
              </a:lnSpc>
              <a:spcBef>
                <a:spcPts val="0"/>
              </a:spcBef>
              <a:spcAft>
                <a:spcPts val="0"/>
              </a:spcAft>
              <a:buSzPts val="1000"/>
              <a:buNone/>
              <a:defRPr sz="1000"/>
            </a:lvl8pPr>
            <a:lvl9pPr lvl="8">
              <a:lnSpc>
                <a:spcPct val="115000"/>
              </a:lnSpc>
              <a:spcBef>
                <a:spcPts val="0"/>
              </a:spcBef>
              <a:spcAft>
                <a:spcPts val="0"/>
              </a:spcAft>
              <a:buSzPts val="1000"/>
              <a:buNone/>
              <a:defRPr sz="1000"/>
            </a:lvl9pPr>
          </a:lstStyle>
          <a:p/>
        </p:txBody>
      </p:sp>
      <p:sp>
        <p:nvSpPr>
          <p:cNvPr id="163" name="Google Shape;163;p15"/>
          <p:cNvSpPr/>
          <p:nvPr>
            <p:ph idx="13" type="pic"/>
          </p:nvPr>
        </p:nvSpPr>
        <p:spPr>
          <a:xfrm>
            <a:off x="276075" y="2076900"/>
            <a:ext cx="2463300" cy="1570200"/>
          </a:xfrm>
          <a:prstGeom prst="rect">
            <a:avLst/>
          </a:prstGeom>
          <a:noFill/>
          <a:ln>
            <a:noFill/>
          </a:ln>
        </p:spPr>
      </p:sp>
      <p:sp>
        <p:nvSpPr>
          <p:cNvPr id="164" name="Google Shape;164;p15"/>
          <p:cNvSpPr/>
          <p:nvPr>
            <p:ph idx="14" type="pic"/>
          </p:nvPr>
        </p:nvSpPr>
        <p:spPr>
          <a:xfrm>
            <a:off x="3074775" y="2076900"/>
            <a:ext cx="2463300" cy="1570200"/>
          </a:xfrm>
          <a:prstGeom prst="rect">
            <a:avLst/>
          </a:prstGeom>
          <a:noFill/>
          <a:ln>
            <a:noFill/>
          </a:ln>
        </p:spPr>
      </p:sp>
      <p:sp>
        <p:nvSpPr>
          <p:cNvPr id="165" name="Google Shape;165;p15"/>
          <p:cNvSpPr/>
          <p:nvPr>
            <p:ph idx="15" type="pic"/>
          </p:nvPr>
        </p:nvSpPr>
        <p:spPr>
          <a:xfrm>
            <a:off x="5873475" y="2073688"/>
            <a:ext cx="2463300" cy="1570200"/>
          </a:xfrm>
          <a:prstGeom prst="rect">
            <a:avLst/>
          </a:prstGeom>
          <a:noFill/>
          <a:ln>
            <a:noFill/>
          </a:ln>
        </p:spPr>
      </p:sp>
      <p:sp>
        <p:nvSpPr>
          <p:cNvPr id="166" name="Google Shape;166;p15"/>
          <p:cNvSpPr txBox="1"/>
          <p:nvPr>
            <p:ph idx="12" type="sldNum"/>
          </p:nvPr>
        </p:nvSpPr>
        <p:spPr>
          <a:xfrm>
            <a:off x="8870330" y="4749850"/>
            <a:ext cx="2352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display 3">
  <p:cSld name="CUSTOM_1_1_1">
    <p:spTree>
      <p:nvGrpSpPr>
        <p:cNvPr id="167" name="Shape 167"/>
        <p:cNvGrpSpPr/>
        <p:nvPr/>
      </p:nvGrpSpPr>
      <p:grpSpPr>
        <a:xfrm>
          <a:off x="0" y="0"/>
          <a:ext cx="0" cy="0"/>
          <a:chOff x="0" y="0"/>
          <a:chExt cx="0" cy="0"/>
        </a:xfrm>
      </p:grpSpPr>
      <p:sp>
        <p:nvSpPr>
          <p:cNvPr id="168" name="Google Shape;168;p16"/>
          <p:cNvSpPr txBox="1"/>
          <p:nvPr>
            <p:ph type="title"/>
          </p:nvPr>
        </p:nvSpPr>
        <p:spPr>
          <a:xfrm>
            <a:off x="837250" y="457200"/>
            <a:ext cx="6885600" cy="3879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28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3000">
                <a:solidFill>
                  <a:schemeClr val="lt1"/>
                </a:solidFill>
                <a:latin typeface="Playfair Display"/>
                <a:ea typeface="Playfair Display"/>
                <a:cs typeface="Playfair Display"/>
                <a:sym typeface="Playfair Display"/>
              </a:defRPr>
            </a:lvl9pPr>
          </a:lstStyle>
          <a:p/>
        </p:txBody>
      </p:sp>
      <p:sp>
        <p:nvSpPr>
          <p:cNvPr id="169" name="Google Shape;169;p16"/>
          <p:cNvSpPr txBox="1"/>
          <p:nvPr>
            <p:ph idx="1" type="subTitle"/>
          </p:nvPr>
        </p:nvSpPr>
        <p:spPr>
          <a:xfrm>
            <a:off x="276075" y="520738"/>
            <a:ext cx="336000" cy="226500"/>
          </a:xfrm>
          <a:prstGeom prst="rect">
            <a:avLst/>
          </a:prstGeom>
        </p:spPr>
        <p:txBody>
          <a:bodyPr anchorCtr="0" anchor="ctr" bIns="0" lIns="0" spcFirstLastPara="1" rIns="0" wrap="square" tIns="0">
            <a:noAutofit/>
          </a:bodyPr>
          <a:lstStyle>
            <a:lvl1pPr lvl="0">
              <a:lnSpc>
                <a:spcPct val="115000"/>
              </a:lnSpc>
              <a:spcBef>
                <a:spcPts val="0"/>
              </a:spcBef>
              <a:spcAft>
                <a:spcPts val="0"/>
              </a:spcAft>
              <a:buNone/>
              <a:defRPr>
                <a:latin typeface="Playfair Display"/>
                <a:ea typeface="Playfair Display"/>
                <a:cs typeface="Playfair Display"/>
                <a:sym typeface="Playfair Display"/>
              </a:defRPr>
            </a:lvl1pPr>
            <a:lvl2pPr lvl="1">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2pPr>
            <a:lvl3pPr lvl="2">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3pPr>
            <a:lvl4pPr lvl="3">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4pPr>
            <a:lvl5pPr lvl="4">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5pPr>
            <a:lvl6pPr lvl="5">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6pPr>
            <a:lvl7pPr lvl="6">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7pPr>
            <a:lvl8pPr lvl="7">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8pPr>
            <a:lvl9pPr lvl="8">
              <a:lnSpc>
                <a:spcPct val="115000"/>
              </a:lnSpc>
              <a:spcBef>
                <a:spcPts val="0"/>
              </a:spcBef>
              <a:spcAft>
                <a:spcPts val="0"/>
              </a:spcAft>
              <a:buSzPts val="1400"/>
              <a:buFont typeface="Playfair Display"/>
              <a:buNone/>
              <a:defRPr>
                <a:latin typeface="Playfair Display"/>
                <a:ea typeface="Playfair Display"/>
                <a:cs typeface="Playfair Display"/>
                <a:sym typeface="Playfair Display"/>
              </a:defRPr>
            </a:lvl9pPr>
          </a:lstStyle>
          <a:p/>
        </p:txBody>
      </p:sp>
      <p:sp>
        <p:nvSpPr>
          <p:cNvPr id="170" name="Google Shape;170;p16"/>
          <p:cNvSpPr txBox="1"/>
          <p:nvPr>
            <p:ph idx="2" type="subTitle"/>
          </p:nvPr>
        </p:nvSpPr>
        <p:spPr>
          <a:xfrm>
            <a:off x="276075" y="4815950"/>
            <a:ext cx="2010000" cy="183000"/>
          </a:xfrm>
          <a:prstGeom prst="rect">
            <a:avLst/>
          </a:prstGeom>
        </p:spPr>
        <p:txBody>
          <a:bodyPr anchorCtr="0" anchor="ctr" bIns="0" lIns="0" spcFirstLastPara="1" rIns="0" wrap="square" tIns="0">
            <a:noAutofit/>
          </a:bodyPr>
          <a:lstStyle>
            <a:lvl1pPr lvl="0">
              <a:spcBef>
                <a:spcPts val="0"/>
              </a:spcBef>
              <a:spcAft>
                <a:spcPts val="0"/>
              </a:spcAft>
              <a:buClr>
                <a:schemeClr val="lt1"/>
              </a:buClr>
              <a:buSzPts val="1400"/>
              <a:buFont typeface="Lato"/>
              <a:buNone/>
              <a:defRPr sz="800"/>
            </a:lvl1pPr>
            <a:lvl2pPr lvl="1">
              <a:spcBef>
                <a:spcPts val="0"/>
              </a:spcBef>
              <a:spcAft>
                <a:spcPts val="0"/>
              </a:spcAft>
              <a:buClr>
                <a:schemeClr val="lt1"/>
              </a:buClr>
              <a:buSzPts val="1400"/>
              <a:buFont typeface="Lato"/>
              <a:buNone/>
              <a:defRPr/>
            </a:lvl2pPr>
            <a:lvl3pPr lvl="2">
              <a:spcBef>
                <a:spcPts val="0"/>
              </a:spcBef>
              <a:spcAft>
                <a:spcPts val="0"/>
              </a:spcAft>
              <a:buClr>
                <a:schemeClr val="lt1"/>
              </a:buClr>
              <a:buSzPts val="1400"/>
              <a:buFont typeface="Lato"/>
              <a:buNone/>
              <a:defRPr/>
            </a:lvl3pPr>
            <a:lvl4pPr lvl="3">
              <a:spcBef>
                <a:spcPts val="0"/>
              </a:spcBef>
              <a:spcAft>
                <a:spcPts val="0"/>
              </a:spcAft>
              <a:buClr>
                <a:schemeClr val="lt1"/>
              </a:buClr>
              <a:buSzPts val="1400"/>
              <a:buFont typeface="Lato"/>
              <a:buNone/>
              <a:defRPr/>
            </a:lvl4pPr>
            <a:lvl5pPr lvl="4">
              <a:spcBef>
                <a:spcPts val="0"/>
              </a:spcBef>
              <a:spcAft>
                <a:spcPts val="0"/>
              </a:spcAft>
              <a:buClr>
                <a:schemeClr val="lt1"/>
              </a:buClr>
              <a:buSzPts val="1400"/>
              <a:buFont typeface="Lato"/>
              <a:buNone/>
              <a:defRPr/>
            </a:lvl5pPr>
            <a:lvl6pPr lvl="5">
              <a:spcBef>
                <a:spcPts val="0"/>
              </a:spcBef>
              <a:spcAft>
                <a:spcPts val="0"/>
              </a:spcAft>
              <a:buClr>
                <a:schemeClr val="lt1"/>
              </a:buClr>
              <a:buSzPts val="1400"/>
              <a:buFont typeface="Lato"/>
              <a:buNone/>
              <a:defRPr/>
            </a:lvl6pPr>
            <a:lvl7pPr lvl="6">
              <a:spcBef>
                <a:spcPts val="0"/>
              </a:spcBef>
              <a:spcAft>
                <a:spcPts val="0"/>
              </a:spcAft>
              <a:buClr>
                <a:schemeClr val="lt1"/>
              </a:buClr>
              <a:buSzPts val="1400"/>
              <a:buFont typeface="Lato"/>
              <a:buNone/>
              <a:defRPr/>
            </a:lvl7pPr>
            <a:lvl8pPr lvl="7">
              <a:spcBef>
                <a:spcPts val="0"/>
              </a:spcBef>
              <a:spcAft>
                <a:spcPts val="0"/>
              </a:spcAft>
              <a:buClr>
                <a:schemeClr val="lt1"/>
              </a:buClr>
              <a:buSzPts val="1400"/>
              <a:buFont typeface="Lato"/>
              <a:buNone/>
              <a:defRPr/>
            </a:lvl8pPr>
            <a:lvl9pPr lvl="8">
              <a:spcBef>
                <a:spcPts val="0"/>
              </a:spcBef>
              <a:spcAft>
                <a:spcPts val="0"/>
              </a:spcAft>
              <a:buClr>
                <a:schemeClr val="lt1"/>
              </a:buClr>
              <a:buSzPts val="1400"/>
              <a:buFont typeface="Lato"/>
              <a:buNone/>
              <a:defRPr/>
            </a:lvl9pPr>
          </a:lstStyle>
          <a:p/>
        </p:txBody>
      </p:sp>
      <p:sp>
        <p:nvSpPr>
          <p:cNvPr id="171" name="Google Shape;171;p16"/>
          <p:cNvSpPr txBox="1"/>
          <p:nvPr>
            <p:ph idx="12" type="sldNum"/>
          </p:nvPr>
        </p:nvSpPr>
        <p:spPr>
          <a:xfrm>
            <a:off x="8915406" y="4749850"/>
            <a:ext cx="190200" cy="393600"/>
          </a:xfrm>
          <a:prstGeom prst="rect">
            <a:avLst/>
          </a:prstGeom>
        </p:spPr>
        <p:txBody>
          <a:bodyPr anchorCtr="0" anchor="t" bIns="91425" lIns="91425" spcFirstLastPara="1" rIns="91425" wrap="square" tIns="91425">
            <a:noAutofit/>
          </a:bodyPr>
          <a:lstStyle>
            <a:lvl1pPr lvl="0">
              <a:buNone/>
              <a:defRPr sz="1300"/>
            </a:lvl1pPr>
            <a:lvl2pPr lvl="1">
              <a:buNone/>
              <a:defRPr sz="1300"/>
            </a:lvl2pPr>
            <a:lvl3pPr lvl="2">
              <a:buNone/>
              <a:defRPr sz="1300"/>
            </a:lvl3pPr>
            <a:lvl4pPr lvl="3">
              <a:buNone/>
              <a:defRPr sz="1300"/>
            </a:lvl4pPr>
            <a:lvl5pPr lvl="4">
              <a:buNone/>
              <a:defRPr sz="1300"/>
            </a:lvl5pPr>
            <a:lvl6pPr lvl="5">
              <a:buNone/>
              <a:defRPr sz="1300"/>
            </a:lvl6pPr>
            <a:lvl7pPr lvl="6">
              <a:buNone/>
              <a:defRPr sz="1300"/>
            </a:lvl7pPr>
            <a:lvl8pPr lvl="7">
              <a:buNone/>
              <a:defRPr sz="1300"/>
            </a:lvl8pPr>
            <a:lvl9pPr lvl="8">
              <a:buNone/>
              <a:defRPr sz="1300"/>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72" name="Shape 172"/>
        <p:cNvGrpSpPr/>
        <p:nvPr/>
      </p:nvGrpSpPr>
      <p:grpSpPr>
        <a:xfrm>
          <a:off x="0" y="0"/>
          <a:ext cx="0" cy="0"/>
          <a:chOff x="0" y="0"/>
          <a:chExt cx="0" cy="0"/>
        </a:xfrm>
      </p:grpSpPr>
      <p:sp>
        <p:nvSpPr>
          <p:cNvPr id="173" name="Google Shape;173;p1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5200"/>
              <a:buChar char="●"/>
              <a:defRPr sz="5200"/>
            </a:lvl1pPr>
            <a:lvl2pPr lvl="1" algn="ctr">
              <a:spcBef>
                <a:spcPts val="0"/>
              </a:spcBef>
              <a:spcAft>
                <a:spcPts val="0"/>
              </a:spcAft>
              <a:buSzPts val="5200"/>
              <a:buChar char="○"/>
              <a:defRPr sz="5200"/>
            </a:lvl2pPr>
            <a:lvl3pPr lvl="2" algn="ctr">
              <a:spcBef>
                <a:spcPts val="0"/>
              </a:spcBef>
              <a:spcAft>
                <a:spcPts val="0"/>
              </a:spcAft>
              <a:buSzPts val="5200"/>
              <a:buChar char="■"/>
              <a:defRPr sz="5200"/>
            </a:lvl3pPr>
            <a:lvl4pPr lvl="3" algn="ctr">
              <a:spcBef>
                <a:spcPts val="0"/>
              </a:spcBef>
              <a:spcAft>
                <a:spcPts val="0"/>
              </a:spcAft>
              <a:buSzPts val="5200"/>
              <a:buChar char="●"/>
              <a:defRPr sz="5200"/>
            </a:lvl4pPr>
            <a:lvl5pPr lvl="4" algn="ctr">
              <a:spcBef>
                <a:spcPts val="0"/>
              </a:spcBef>
              <a:spcAft>
                <a:spcPts val="0"/>
              </a:spcAft>
              <a:buSzPts val="5200"/>
              <a:buChar char="○"/>
              <a:defRPr sz="5200"/>
            </a:lvl5pPr>
            <a:lvl6pPr lvl="5" algn="ctr">
              <a:spcBef>
                <a:spcPts val="0"/>
              </a:spcBef>
              <a:spcAft>
                <a:spcPts val="0"/>
              </a:spcAft>
              <a:buSzPts val="5200"/>
              <a:buChar char="■"/>
              <a:defRPr sz="5200"/>
            </a:lvl6pPr>
            <a:lvl7pPr lvl="6" algn="ctr">
              <a:spcBef>
                <a:spcPts val="0"/>
              </a:spcBef>
              <a:spcAft>
                <a:spcPts val="0"/>
              </a:spcAft>
              <a:buSzPts val="5200"/>
              <a:buChar char="●"/>
              <a:defRPr sz="5200"/>
            </a:lvl7pPr>
            <a:lvl8pPr lvl="7" algn="ctr">
              <a:spcBef>
                <a:spcPts val="0"/>
              </a:spcBef>
              <a:spcAft>
                <a:spcPts val="0"/>
              </a:spcAft>
              <a:buSzPts val="5200"/>
              <a:buChar char="○"/>
              <a:defRPr sz="5200"/>
            </a:lvl8pPr>
            <a:lvl9pPr lvl="8" algn="ctr">
              <a:spcBef>
                <a:spcPts val="0"/>
              </a:spcBef>
              <a:spcAft>
                <a:spcPts val="0"/>
              </a:spcAft>
              <a:buSzPts val="5200"/>
              <a:buChar char="■"/>
              <a:defRPr sz="5200"/>
            </a:lvl9pPr>
          </a:lstStyle>
          <a:p/>
        </p:txBody>
      </p:sp>
      <p:sp>
        <p:nvSpPr>
          <p:cNvPr id="174" name="Google Shape;174;p17"/>
          <p:cNvSpPr txBox="1"/>
          <p:nvPr>
            <p:ph idx="1" type="subTitle"/>
          </p:nvPr>
        </p:nvSpPr>
        <p:spPr>
          <a:xfrm>
            <a:off x="311700" y="2834125"/>
            <a:ext cx="8520600" cy="792600"/>
          </a:xfrm>
          <a:prstGeom prst="rect">
            <a:avLst/>
          </a:prstGeom>
        </p:spPr>
        <p:txBody>
          <a:bodyPr anchorCtr="0" anchor="t" bIns="91425" lIns="0"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175" name="Google Shape;175;p1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76" name="Shape 176"/>
        <p:cNvGrpSpPr/>
        <p:nvPr/>
      </p:nvGrpSpPr>
      <p:grpSpPr>
        <a:xfrm>
          <a:off x="0" y="0"/>
          <a:ext cx="0" cy="0"/>
          <a:chOff x="0" y="0"/>
          <a:chExt cx="0" cy="0"/>
        </a:xfrm>
      </p:grpSpPr>
      <p:sp>
        <p:nvSpPr>
          <p:cNvPr id="177" name="Google Shape;177;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spcBef>
                <a:spcPts val="0"/>
              </a:spcBef>
              <a:spcAft>
                <a:spcPts val="0"/>
              </a:spcAft>
              <a:buSzPts val="3600"/>
              <a:buChar char="●"/>
              <a:defRPr sz="3600"/>
            </a:lvl1pPr>
            <a:lvl2pPr lvl="1" algn="ctr">
              <a:spcBef>
                <a:spcPts val="0"/>
              </a:spcBef>
              <a:spcAft>
                <a:spcPts val="0"/>
              </a:spcAft>
              <a:buSzPts val="3600"/>
              <a:buChar char="○"/>
              <a:defRPr sz="3600"/>
            </a:lvl2pPr>
            <a:lvl3pPr lvl="2" algn="ctr">
              <a:spcBef>
                <a:spcPts val="0"/>
              </a:spcBef>
              <a:spcAft>
                <a:spcPts val="0"/>
              </a:spcAft>
              <a:buSzPts val="3600"/>
              <a:buChar char="■"/>
              <a:defRPr sz="3600"/>
            </a:lvl3pPr>
            <a:lvl4pPr lvl="3" algn="ctr">
              <a:spcBef>
                <a:spcPts val="0"/>
              </a:spcBef>
              <a:spcAft>
                <a:spcPts val="0"/>
              </a:spcAft>
              <a:buSzPts val="3600"/>
              <a:buChar char="●"/>
              <a:defRPr sz="3600"/>
            </a:lvl4pPr>
            <a:lvl5pPr lvl="4" algn="ctr">
              <a:spcBef>
                <a:spcPts val="0"/>
              </a:spcBef>
              <a:spcAft>
                <a:spcPts val="0"/>
              </a:spcAft>
              <a:buSzPts val="3600"/>
              <a:buChar char="○"/>
              <a:defRPr sz="3600"/>
            </a:lvl5pPr>
            <a:lvl6pPr lvl="5" algn="ctr">
              <a:spcBef>
                <a:spcPts val="0"/>
              </a:spcBef>
              <a:spcAft>
                <a:spcPts val="0"/>
              </a:spcAft>
              <a:buSzPts val="3600"/>
              <a:buChar char="■"/>
              <a:defRPr sz="3600"/>
            </a:lvl6pPr>
            <a:lvl7pPr lvl="6" algn="ctr">
              <a:spcBef>
                <a:spcPts val="0"/>
              </a:spcBef>
              <a:spcAft>
                <a:spcPts val="0"/>
              </a:spcAft>
              <a:buSzPts val="3600"/>
              <a:buChar char="●"/>
              <a:defRPr sz="3600"/>
            </a:lvl7pPr>
            <a:lvl8pPr lvl="7" algn="ctr">
              <a:spcBef>
                <a:spcPts val="0"/>
              </a:spcBef>
              <a:spcAft>
                <a:spcPts val="0"/>
              </a:spcAft>
              <a:buSzPts val="3600"/>
              <a:buChar char="○"/>
              <a:defRPr sz="3600"/>
            </a:lvl8pPr>
            <a:lvl9pPr lvl="8" algn="ctr">
              <a:spcBef>
                <a:spcPts val="0"/>
              </a:spcBef>
              <a:spcAft>
                <a:spcPts val="0"/>
              </a:spcAft>
              <a:buSzPts val="3600"/>
              <a:buChar char="■"/>
              <a:defRPr sz="3600"/>
            </a:lvl9pPr>
          </a:lstStyle>
          <a:p/>
        </p:txBody>
      </p:sp>
      <p:sp>
        <p:nvSpPr>
          <p:cNvPr id="178" name="Google Shape;178;p1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79" name="Shape 179"/>
        <p:cNvGrpSpPr/>
        <p:nvPr/>
      </p:nvGrpSpPr>
      <p:grpSpPr>
        <a:xfrm>
          <a:off x="0" y="0"/>
          <a:ext cx="0" cy="0"/>
          <a:chOff x="0" y="0"/>
          <a:chExt cx="0" cy="0"/>
        </a:xfrm>
      </p:grpSpPr>
      <p:sp>
        <p:nvSpPr>
          <p:cNvPr id="180" name="Google Shape;180;p1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81" name="Google Shape;181;p1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2" name="Google Shape;182;p1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183" name="Shape 183"/>
        <p:cNvGrpSpPr/>
        <p:nvPr/>
      </p:nvGrpSpPr>
      <p:grpSpPr>
        <a:xfrm>
          <a:off x="0" y="0"/>
          <a:ext cx="0" cy="0"/>
          <a:chOff x="0" y="0"/>
          <a:chExt cx="0" cy="0"/>
        </a:xfrm>
      </p:grpSpPr>
      <p:sp>
        <p:nvSpPr>
          <p:cNvPr id="184" name="Google Shape;184;p20"/>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85" name="Google Shape;185;p20"/>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6" name="Google Shape;186;p20"/>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87" name="Google Shape;187;p2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188" name="Shape 188"/>
        <p:cNvGrpSpPr/>
        <p:nvPr/>
      </p:nvGrpSpPr>
      <p:grpSpPr>
        <a:xfrm>
          <a:off x="0" y="0"/>
          <a:ext cx="0" cy="0"/>
          <a:chOff x="0" y="0"/>
          <a:chExt cx="0" cy="0"/>
        </a:xfrm>
      </p:grpSpPr>
      <p:sp>
        <p:nvSpPr>
          <p:cNvPr id="189" name="Google Shape;189;p21"/>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190" name="Google Shape;190;p2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191" name="Shape 191"/>
        <p:cNvGrpSpPr/>
        <p:nvPr/>
      </p:nvGrpSpPr>
      <p:grpSpPr>
        <a:xfrm>
          <a:off x="0" y="0"/>
          <a:ext cx="0" cy="0"/>
          <a:chOff x="0" y="0"/>
          <a:chExt cx="0" cy="0"/>
        </a:xfrm>
      </p:grpSpPr>
      <p:sp>
        <p:nvSpPr>
          <p:cNvPr id="192" name="Google Shape;192;p2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SzPts val="2400"/>
              <a:buChar char="●"/>
              <a:defRPr sz="2400"/>
            </a:lvl1pPr>
            <a:lvl2pPr lvl="1">
              <a:spcBef>
                <a:spcPts val="0"/>
              </a:spcBef>
              <a:spcAft>
                <a:spcPts val="0"/>
              </a:spcAft>
              <a:buSzPts val="2400"/>
              <a:buChar char="○"/>
              <a:defRPr sz="2400"/>
            </a:lvl2pPr>
            <a:lvl3pPr lvl="2">
              <a:spcBef>
                <a:spcPts val="0"/>
              </a:spcBef>
              <a:spcAft>
                <a:spcPts val="0"/>
              </a:spcAft>
              <a:buSzPts val="2400"/>
              <a:buChar char="■"/>
              <a:defRPr sz="2400"/>
            </a:lvl3pPr>
            <a:lvl4pPr lvl="3">
              <a:spcBef>
                <a:spcPts val="0"/>
              </a:spcBef>
              <a:spcAft>
                <a:spcPts val="0"/>
              </a:spcAft>
              <a:buSzPts val="2400"/>
              <a:buChar char="●"/>
              <a:defRPr sz="2400"/>
            </a:lvl4pPr>
            <a:lvl5pPr lvl="4">
              <a:spcBef>
                <a:spcPts val="0"/>
              </a:spcBef>
              <a:spcAft>
                <a:spcPts val="0"/>
              </a:spcAft>
              <a:buSzPts val="2400"/>
              <a:buChar char="○"/>
              <a:defRPr sz="2400"/>
            </a:lvl5pPr>
            <a:lvl6pPr lvl="5">
              <a:spcBef>
                <a:spcPts val="0"/>
              </a:spcBef>
              <a:spcAft>
                <a:spcPts val="0"/>
              </a:spcAft>
              <a:buSzPts val="2400"/>
              <a:buChar char="■"/>
              <a:defRPr sz="2400"/>
            </a:lvl6pPr>
            <a:lvl7pPr lvl="6">
              <a:spcBef>
                <a:spcPts val="0"/>
              </a:spcBef>
              <a:spcAft>
                <a:spcPts val="0"/>
              </a:spcAft>
              <a:buSzPts val="2400"/>
              <a:buChar char="●"/>
              <a:defRPr sz="2400"/>
            </a:lvl7pPr>
            <a:lvl8pPr lvl="7">
              <a:spcBef>
                <a:spcPts val="0"/>
              </a:spcBef>
              <a:spcAft>
                <a:spcPts val="0"/>
              </a:spcAft>
              <a:buSzPts val="2400"/>
              <a:buChar char="○"/>
              <a:defRPr sz="2400"/>
            </a:lvl8pPr>
            <a:lvl9pPr lvl="8">
              <a:spcBef>
                <a:spcPts val="0"/>
              </a:spcBef>
              <a:spcAft>
                <a:spcPts val="0"/>
              </a:spcAft>
              <a:buSzPts val="2400"/>
              <a:buChar char="■"/>
              <a:defRPr sz="2400"/>
            </a:lvl9pPr>
          </a:lstStyle>
          <a:p/>
        </p:txBody>
      </p:sp>
      <p:sp>
        <p:nvSpPr>
          <p:cNvPr id="193" name="Google Shape;193;p22"/>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4" name="Google Shape;194;p2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195" name="Shape 195"/>
        <p:cNvGrpSpPr/>
        <p:nvPr/>
      </p:nvGrpSpPr>
      <p:grpSpPr>
        <a:xfrm>
          <a:off x="0" y="0"/>
          <a:ext cx="0" cy="0"/>
          <a:chOff x="0" y="0"/>
          <a:chExt cx="0" cy="0"/>
        </a:xfrm>
      </p:grpSpPr>
      <p:sp>
        <p:nvSpPr>
          <p:cNvPr id="196" name="Google Shape;196;p2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800"/>
              <a:buChar char="●"/>
              <a:defRPr sz="4800"/>
            </a:lvl1pPr>
            <a:lvl2pPr lvl="1">
              <a:spcBef>
                <a:spcPts val="0"/>
              </a:spcBef>
              <a:spcAft>
                <a:spcPts val="0"/>
              </a:spcAft>
              <a:buSzPts val="4800"/>
              <a:buChar char="○"/>
              <a:defRPr sz="4800"/>
            </a:lvl2pPr>
            <a:lvl3pPr lvl="2">
              <a:spcBef>
                <a:spcPts val="0"/>
              </a:spcBef>
              <a:spcAft>
                <a:spcPts val="0"/>
              </a:spcAft>
              <a:buSzPts val="4800"/>
              <a:buChar char="■"/>
              <a:defRPr sz="4800"/>
            </a:lvl3pPr>
            <a:lvl4pPr lvl="3">
              <a:spcBef>
                <a:spcPts val="0"/>
              </a:spcBef>
              <a:spcAft>
                <a:spcPts val="0"/>
              </a:spcAft>
              <a:buSzPts val="4800"/>
              <a:buChar char="●"/>
              <a:defRPr sz="4800"/>
            </a:lvl4pPr>
            <a:lvl5pPr lvl="4">
              <a:spcBef>
                <a:spcPts val="0"/>
              </a:spcBef>
              <a:spcAft>
                <a:spcPts val="0"/>
              </a:spcAft>
              <a:buSzPts val="4800"/>
              <a:buChar char="○"/>
              <a:defRPr sz="4800"/>
            </a:lvl5pPr>
            <a:lvl6pPr lvl="5">
              <a:spcBef>
                <a:spcPts val="0"/>
              </a:spcBef>
              <a:spcAft>
                <a:spcPts val="0"/>
              </a:spcAft>
              <a:buSzPts val="4800"/>
              <a:buChar char="■"/>
              <a:defRPr sz="4800"/>
            </a:lvl6pPr>
            <a:lvl7pPr lvl="6">
              <a:spcBef>
                <a:spcPts val="0"/>
              </a:spcBef>
              <a:spcAft>
                <a:spcPts val="0"/>
              </a:spcAft>
              <a:buSzPts val="4800"/>
              <a:buChar char="●"/>
              <a:defRPr sz="4800"/>
            </a:lvl7pPr>
            <a:lvl8pPr lvl="7">
              <a:spcBef>
                <a:spcPts val="0"/>
              </a:spcBef>
              <a:spcAft>
                <a:spcPts val="0"/>
              </a:spcAft>
              <a:buSzPts val="4800"/>
              <a:buChar char="○"/>
              <a:defRPr sz="4800"/>
            </a:lvl8pPr>
            <a:lvl9pPr lvl="8">
              <a:spcBef>
                <a:spcPts val="0"/>
              </a:spcBef>
              <a:spcAft>
                <a:spcPts val="0"/>
              </a:spcAft>
              <a:buSzPts val="4800"/>
              <a:buChar char="■"/>
              <a:defRPr sz="4800"/>
            </a:lvl9pPr>
          </a:lstStyle>
          <a:p/>
        </p:txBody>
      </p:sp>
      <p:sp>
        <p:nvSpPr>
          <p:cNvPr id="197" name="Google Shape;197;p2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198" name="Shape 198"/>
        <p:cNvGrpSpPr/>
        <p:nvPr/>
      </p:nvGrpSpPr>
      <p:grpSpPr>
        <a:xfrm>
          <a:off x="0" y="0"/>
          <a:ext cx="0" cy="0"/>
          <a:chOff x="0" y="0"/>
          <a:chExt cx="0" cy="0"/>
        </a:xfrm>
      </p:grpSpPr>
      <p:sp>
        <p:nvSpPr>
          <p:cNvPr id="199" name="Google Shape;199;p2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4200"/>
              <a:buChar char="●"/>
              <a:defRPr sz="4200"/>
            </a:lvl1pPr>
            <a:lvl2pPr lvl="1" algn="ctr">
              <a:spcBef>
                <a:spcPts val="0"/>
              </a:spcBef>
              <a:spcAft>
                <a:spcPts val="0"/>
              </a:spcAft>
              <a:buSzPts val="4200"/>
              <a:buChar char="○"/>
              <a:defRPr sz="4200"/>
            </a:lvl2pPr>
            <a:lvl3pPr lvl="2" algn="ctr">
              <a:spcBef>
                <a:spcPts val="0"/>
              </a:spcBef>
              <a:spcAft>
                <a:spcPts val="0"/>
              </a:spcAft>
              <a:buSzPts val="4200"/>
              <a:buChar char="■"/>
              <a:defRPr sz="4200"/>
            </a:lvl3pPr>
            <a:lvl4pPr lvl="3" algn="ctr">
              <a:spcBef>
                <a:spcPts val="0"/>
              </a:spcBef>
              <a:spcAft>
                <a:spcPts val="0"/>
              </a:spcAft>
              <a:buSzPts val="4200"/>
              <a:buChar char="●"/>
              <a:defRPr sz="4200"/>
            </a:lvl4pPr>
            <a:lvl5pPr lvl="4" algn="ctr">
              <a:spcBef>
                <a:spcPts val="0"/>
              </a:spcBef>
              <a:spcAft>
                <a:spcPts val="0"/>
              </a:spcAft>
              <a:buSzPts val="4200"/>
              <a:buChar char="○"/>
              <a:defRPr sz="4200"/>
            </a:lvl5pPr>
            <a:lvl6pPr lvl="5" algn="ctr">
              <a:spcBef>
                <a:spcPts val="0"/>
              </a:spcBef>
              <a:spcAft>
                <a:spcPts val="0"/>
              </a:spcAft>
              <a:buSzPts val="4200"/>
              <a:buChar char="■"/>
              <a:defRPr sz="4200"/>
            </a:lvl6pPr>
            <a:lvl7pPr lvl="6" algn="ctr">
              <a:spcBef>
                <a:spcPts val="0"/>
              </a:spcBef>
              <a:spcAft>
                <a:spcPts val="0"/>
              </a:spcAft>
              <a:buSzPts val="4200"/>
              <a:buChar char="●"/>
              <a:defRPr sz="4200"/>
            </a:lvl7pPr>
            <a:lvl8pPr lvl="7" algn="ctr">
              <a:spcBef>
                <a:spcPts val="0"/>
              </a:spcBef>
              <a:spcAft>
                <a:spcPts val="0"/>
              </a:spcAft>
              <a:buSzPts val="4200"/>
              <a:buChar char="○"/>
              <a:defRPr sz="4200"/>
            </a:lvl8pPr>
            <a:lvl9pPr lvl="8" algn="ctr">
              <a:spcBef>
                <a:spcPts val="0"/>
              </a:spcBef>
              <a:spcAft>
                <a:spcPts val="0"/>
              </a:spcAft>
              <a:buSzPts val="4200"/>
              <a:buChar char="■"/>
              <a:defRPr sz="4200"/>
            </a:lvl9pPr>
          </a:lstStyle>
          <a:p/>
        </p:txBody>
      </p:sp>
      <p:sp>
        <p:nvSpPr>
          <p:cNvPr id="200" name="Google Shape;200;p24"/>
          <p:cNvSpPr txBox="1"/>
          <p:nvPr>
            <p:ph idx="1" type="subTitle"/>
          </p:nvPr>
        </p:nvSpPr>
        <p:spPr>
          <a:xfrm>
            <a:off x="265500" y="2803075"/>
            <a:ext cx="4045200" cy="1235100"/>
          </a:xfrm>
          <a:prstGeom prst="rect">
            <a:avLst/>
          </a:prstGeom>
        </p:spPr>
        <p:txBody>
          <a:bodyPr anchorCtr="0" anchor="t" bIns="91425" lIns="0"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01" name="Google Shape;201;p24"/>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02" name="Google Shape;202;p2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03" name="Shape 203"/>
        <p:cNvGrpSpPr/>
        <p:nvPr/>
      </p:nvGrpSpPr>
      <p:grpSpPr>
        <a:xfrm>
          <a:off x="0" y="0"/>
          <a:ext cx="0" cy="0"/>
          <a:chOff x="0" y="0"/>
          <a:chExt cx="0" cy="0"/>
        </a:xfrm>
      </p:grpSpPr>
      <p:sp>
        <p:nvSpPr>
          <p:cNvPr id="204" name="Google Shape;204;p25"/>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200"/>
              <a:buNone/>
              <a:defRPr/>
            </a:lvl1pPr>
          </a:lstStyle>
          <a:p/>
        </p:txBody>
      </p:sp>
      <p:sp>
        <p:nvSpPr>
          <p:cNvPr id="205" name="Google Shape;205;p2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06" name="Shape 206"/>
        <p:cNvGrpSpPr/>
        <p:nvPr/>
      </p:nvGrpSpPr>
      <p:grpSpPr>
        <a:xfrm>
          <a:off x="0" y="0"/>
          <a:ext cx="0" cy="0"/>
          <a:chOff x="0" y="0"/>
          <a:chExt cx="0" cy="0"/>
        </a:xfrm>
      </p:grpSpPr>
      <p:sp>
        <p:nvSpPr>
          <p:cNvPr id="207" name="Google Shape;207;p2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12000"/>
              <a:buChar char="●"/>
              <a:defRPr sz="12000"/>
            </a:lvl1pPr>
            <a:lvl2pPr lvl="1" algn="ctr">
              <a:spcBef>
                <a:spcPts val="0"/>
              </a:spcBef>
              <a:spcAft>
                <a:spcPts val="0"/>
              </a:spcAft>
              <a:buSzPts val="12000"/>
              <a:buChar char="○"/>
              <a:defRPr sz="12000"/>
            </a:lvl2pPr>
            <a:lvl3pPr lvl="2" algn="ctr">
              <a:spcBef>
                <a:spcPts val="0"/>
              </a:spcBef>
              <a:spcAft>
                <a:spcPts val="0"/>
              </a:spcAft>
              <a:buSzPts val="12000"/>
              <a:buChar char="■"/>
              <a:defRPr sz="12000"/>
            </a:lvl3pPr>
            <a:lvl4pPr lvl="3" algn="ctr">
              <a:spcBef>
                <a:spcPts val="0"/>
              </a:spcBef>
              <a:spcAft>
                <a:spcPts val="0"/>
              </a:spcAft>
              <a:buSzPts val="12000"/>
              <a:buChar char="●"/>
              <a:defRPr sz="12000"/>
            </a:lvl4pPr>
            <a:lvl5pPr lvl="4" algn="ctr">
              <a:spcBef>
                <a:spcPts val="0"/>
              </a:spcBef>
              <a:spcAft>
                <a:spcPts val="0"/>
              </a:spcAft>
              <a:buSzPts val="12000"/>
              <a:buChar char="○"/>
              <a:defRPr sz="12000"/>
            </a:lvl5pPr>
            <a:lvl6pPr lvl="5" algn="ctr">
              <a:spcBef>
                <a:spcPts val="0"/>
              </a:spcBef>
              <a:spcAft>
                <a:spcPts val="0"/>
              </a:spcAft>
              <a:buSzPts val="12000"/>
              <a:buChar char="■"/>
              <a:defRPr sz="12000"/>
            </a:lvl6pPr>
            <a:lvl7pPr lvl="6" algn="ctr">
              <a:spcBef>
                <a:spcPts val="0"/>
              </a:spcBef>
              <a:spcAft>
                <a:spcPts val="0"/>
              </a:spcAft>
              <a:buSzPts val="12000"/>
              <a:buChar char="●"/>
              <a:defRPr sz="12000"/>
            </a:lvl7pPr>
            <a:lvl8pPr lvl="7" algn="ctr">
              <a:spcBef>
                <a:spcPts val="0"/>
              </a:spcBef>
              <a:spcAft>
                <a:spcPts val="0"/>
              </a:spcAft>
              <a:buSzPts val="12000"/>
              <a:buChar char="○"/>
              <a:defRPr sz="12000"/>
            </a:lvl8pPr>
            <a:lvl9pPr lvl="8" algn="ctr">
              <a:spcBef>
                <a:spcPts val="0"/>
              </a:spcBef>
              <a:spcAft>
                <a:spcPts val="0"/>
              </a:spcAft>
              <a:buSzPts val="12000"/>
              <a:buChar char="■"/>
              <a:defRPr sz="12000"/>
            </a:lvl9pPr>
          </a:lstStyle>
          <a:p>
            <a:r>
              <a:t>xx%</a:t>
            </a:r>
          </a:p>
        </p:txBody>
      </p:sp>
      <p:sp>
        <p:nvSpPr>
          <p:cNvPr id="208" name="Google Shape;208;p26"/>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209" name="Google Shape;209;p2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10" name="Shape 210"/>
        <p:cNvGrpSpPr/>
        <p:nvPr/>
      </p:nvGrpSpPr>
      <p:grpSpPr>
        <a:xfrm>
          <a:off x="0" y="0"/>
          <a:ext cx="0" cy="0"/>
          <a:chOff x="0" y="0"/>
          <a:chExt cx="0" cy="0"/>
        </a:xfrm>
      </p:grpSpPr>
      <p:sp>
        <p:nvSpPr>
          <p:cNvPr id="211" name="Google Shape;211;p2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12" name="Shape 212"/>
        <p:cNvGrpSpPr/>
        <p:nvPr/>
      </p:nvGrpSpPr>
      <p:grpSpPr>
        <a:xfrm>
          <a:off x="0" y="0"/>
          <a:ext cx="0" cy="0"/>
          <a:chOff x="0" y="0"/>
          <a:chExt cx="0" cy="0"/>
        </a:xfrm>
      </p:grpSpPr>
      <p:sp>
        <p:nvSpPr>
          <p:cNvPr id="213" name="Google Shape;213;p28"/>
          <p:cNvSpPr txBox="1"/>
          <p:nvPr>
            <p:ph type="title"/>
          </p:nvPr>
        </p:nvSpPr>
        <p:spPr>
          <a:xfrm>
            <a:off x="677325" y="1832775"/>
            <a:ext cx="3217200" cy="1484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8"/>
          <p:cNvSpPr txBox="1"/>
          <p:nvPr>
            <p:ph idx="1" type="subTitle"/>
          </p:nvPr>
        </p:nvSpPr>
        <p:spPr>
          <a:xfrm>
            <a:off x="4406650" y="39375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5" name="Google Shape;215;p28"/>
          <p:cNvSpPr txBox="1"/>
          <p:nvPr>
            <p:ph idx="2" type="subTitle"/>
          </p:nvPr>
        </p:nvSpPr>
        <p:spPr>
          <a:xfrm>
            <a:off x="4406650" y="115170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6" name="Google Shape;216;p28"/>
          <p:cNvSpPr txBox="1"/>
          <p:nvPr>
            <p:ph idx="3" type="subTitle"/>
          </p:nvPr>
        </p:nvSpPr>
        <p:spPr>
          <a:xfrm>
            <a:off x="4406650" y="342557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7" name="Google Shape;217;p28"/>
          <p:cNvSpPr txBox="1"/>
          <p:nvPr>
            <p:ph idx="4" type="subTitle"/>
          </p:nvPr>
        </p:nvSpPr>
        <p:spPr>
          <a:xfrm>
            <a:off x="4406650" y="1909660"/>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8" name="Google Shape;218;p28"/>
          <p:cNvSpPr txBox="1"/>
          <p:nvPr>
            <p:ph idx="5" type="subTitle"/>
          </p:nvPr>
        </p:nvSpPr>
        <p:spPr>
          <a:xfrm>
            <a:off x="4406650" y="418352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19" name="Google Shape;219;p28"/>
          <p:cNvSpPr txBox="1"/>
          <p:nvPr>
            <p:ph idx="6" type="subTitle"/>
          </p:nvPr>
        </p:nvSpPr>
        <p:spPr>
          <a:xfrm>
            <a:off x="4406650" y="2667615"/>
            <a:ext cx="44097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20" name="Google Shape;220;p2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21" name="Shape 221"/>
        <p:cNvGrpSpPr/>
        <p:nvPr/>
      </p:nvGrpSpPr>
      <p:grpSpPr>
        <a:xfrm>
          <a:off x="0" y="0"/>
          <a:ext cx="0" cy="0"/>
          <a:chOff x="0" y="0"/>
          <a:chExt cx="0" cy="0"/>
        </a:xfrm>
      </p:grpSpPr>
      <p:sp>
        <p:nvSpPr>
          <p:cNvPr id="222" name="Google Shape;222;p29"/>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23" name="Google Shape;223;p29"/>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4" name="Google Shape;224;p29"/>
          <p:cNvSpPr/>
          <p:nvPr>
            <p:ph idx="2" type="pic"/>
          </p:nvPr>
        </p:nvSpPr>
        <p:spPr>
          <a:xfrm>
            <a:off x="4992024" y="1152775"/>
            <a:ext cx="3840300" cy="3416400"/>
          </a:xfrm>
          <a:prstGeom prst="rect">
            <a:avLst/>
          </a:prstGeom>
          <a:noFill/>
          <a:ln>
            <a:noFill/>
          </a:ln>
        </p:spPr>
      </p:sp>
      <p:sp>
        <p:nvSpPr>
          <p:cNvPr id="225" name="Google Shape;225;p2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26" name="Shape 226"/>
        <p:cNvGrpSpPr/>
        <p:nvPr/>
      </p:nvGrpSpPr>
      <p:grpSpPr>
        <a:xfrm>
          <a:off x="0" y="0"/>
          <a:ext cx="0" cy="0"/>
          <a:chOff x="0" y="0"/>
          <a:chExt cx="0" cy="0"/>
        </a:xfrm>
      </p:grpSpPr>
      <p:sp>
        <p:nvSpPr>
          <p:cNvPr id="227" name="Google Shape;227;p30"/>
          <p:cNvSpPr txBox="1"/>
          <p:nvPr>
            <p:ph type="title"/>
          </p:nvPr>
        </p:nvSpPr>
        <p:spPr>
          <a:xfrm>
            <a:off x="483175"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28" name="Google Shape;228;p30"/>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29" name="Google Shape;229;p30"/>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0" name="Google Shape;230;p30"/>
          <p:cNvSpPr txBox="1"/>
          <p:nvPr>
            <p:ph idx="3" type="subTitle"/>
          </p:nvPr>
        </p:nvSpPr>
        <p:spPr>
          <a:xfrm>
            <a:off x="48315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1" name="Google Shape;231;p30"/>
          <p:cNvSpPr txBox="1"/>
          <p:nvPr>
            <p:ph idx="4" type="subTitle"/>
          </p:nvPr>
        </p:nvSpPr>
        <p:spPr>
          <a:xfrm>
            <a:off x="5048000" y="1336161"/>
            <a:ext cx="3619800" cy="5427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2" name="Google Shape;232;p3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233" name="Shape 233"/>
        <p:cNvGrpSpPr/>
        <p:nvPr/>
      </p:nvGrpSpPr>
      <p:grpSpPr>
        <a:xfrm>
          <a:off x="0" y="0"/>
          <a:ext cx="0" cy="0"/>
          <a:chOff x="0" y="0"/>
          <a:chExt cx="0" cy="0"/>
        </a:xfrm>
      </p:grpSpPr>
      <p:sp>
        <p:nvSpPr>
          <p:cNvPr id="234" name="Google Shape;234;p31"/>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5" name="Google Shape;235;p31"/>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36" name="Google Shape;236;p3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37" name="Google Shape;237;p31"/>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8" name="Google Shape;238;p31"/>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39" name="Google Shape;239;p31"/>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0" name="Google Shape;240;p31"/>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1" name="Google Shape;241;p3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242" name="Shape 242"/>
        <p:cNvGrpSpPr/>
        <p:nvPr/>
      </p:nvGrpSpPr>
      <p:grpSpPr>
        <a:xfrm>
          <a:off x="0" y="0"/>
          <a:ext cx="0" cy="0"/>
          <a:chOff x="0" y="0"/>
          <a:chExt cx="0" cy="0"/>
        </a:xfrm>
      </p:grpSpPr>
      <p:sp>
        <p:nvSpPr>
          <p:cNvPr id="243" name="Google Shape;243;p32"/>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4" name="Google Shape;244;p32"/>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5" name="Google Shape;245;p32"/>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6" name="Google Shape;246;p32"/>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47" name="Google Shape;247;p32"/>
          <p:cNvSpPr txBox="1"/>
          <p:nvPr>
            <p:ph type="title"/>
          </p:nvPr>
        </p:nvSpPr>
        <p:spPr>
          <a:xfrm>
            <a:off x="366750" y="450025"/>
            <a:ext cx="8184600" cy="7581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248" name="Google Shape;248;p32"/>
          <p:cNvSpPr txBox="1"/>
          <p:nvPr>
            <p:ph idx="5" type="subTitle"/>
          </p:nvPr>
        </p:nvSpPr>
        <p:spPr>
          <a:xfrm>
            <a:off x="366763"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49" name="Google Shape;249;p32"/>
          <p:cNvSpPr txBox="1"/>
          <p:nvPr>
            <p:ph idx="6" type="subTitle"/>
          </p:nvPr>
        </p:nvSpPr>
        <p:spPr>
          <a:xfrm>
            <a:off x="4938738" y="1277907"/>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0" name="Google Shape;250;p32"/>
          <p:cNvSpPr txBox="1"/>
          <p:nvPr>
            <p:ph idx="7" type="subTitle"/>
          </p:nvPr>
        </p:nvSpPr>
        <p:spPr>
          <a:xfrm>
            <a:off x="4938761"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1" name="Google Shape;251;p32"/>
          <p:cNvSpPr txBox="1"/>
          <p:nvPr>
            <p:ph idx="8" type="subTitle"/>
          </p:nvPr>
        </p:nvSpPr>
        <p:spPr>
          <a:xfrm>
            <a:off x="366750" y="3167363"/>
            <a:ext cx="3838500" cy="481200"/>
          </a:xfrm>
          <a:prstGeom prst="rect">
            <a:avLst/>
          </a:prstGeom>
        </p:spPr>
        <p:txBody>
          <a:bodyPr anchorCtr="0" anchor="t" bIns="91425" lIns="0"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52" name="Google Shape;252;p3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253" name="Shape 253"/>
        <p:cNvGrpSpPr/>
        <p:nvPr/>
      </p:nvGrpSpPr>
      <p:grpSpPr>
        <a:xfrm>
          <a:off x="0" y="0"/>
          <a:ext cx="0" cy="0"/>
          <a:chOff x="0" y="0"/>
          <a:chExt cx="0" cy="0"/>
        </a:xfrm>
      </p:grpSpPr>
      <p:sp>
        <p:nvSpPr>
          <p:cNvPr id="254" name="Google Shape;254;p33"/>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55" name="Google Shape;255;p33"/>
          <p:cNvSpPr/>
          <p:nvPr>
            <p:ph idx="2" type="pic"/>
          </p:nvPr>
        </p:nvSpPr>
        <p:spPr>
          <a:xfrm>
            <a:off x="311700" y="1170425"/>
            <a:ext cx="8520600" cy="3492900"/>
          </a:xfrm>
          <a:prstGeom prst="rect">
            <a:avLst/>
          </a:prstGeom>
          <a:noFill/>
          <a:ln>
            <a:noFill/>
          </a:ln>
        </p:spPr>
      </p:sp>
      <p:sp>
        <p:nvSpPr>
          <p:cNvPr id="256" name="Google Shape;256;p3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257" name="Shape 257"/>
        <p:cNvGrpSpPr/>
        <p:nvPr/>
      </p:nvGrpSpPr>
      <p:grpSpPr>
        <a:xfrm>
          <a:off x="0" y="0"/>
          <a:ext cx="0" cy="0"/>
          <a:chOff x="0" y="0"/>
          <a:chExt cx="0" cy="0"/>
        </a:xfrm>
      </p:grpSpPr>
      <p:sp>
        <p:nvSpPr>
          <p:cNvPr id="258" name="Google Shape;258;p34"/>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59" name="Google Shape;259;p34"/>
          <p:cNvSpPr/>
          <p:nvPr>
            <p:ph idx="2" type="pic"/>
          </p:nvPr>
        </p:nvSpPr>
        <p:spPr>
          <a:xfrm>
            <a:off x="4804825" y="1133300"/>
            <a:ext cx="4027500" cy="2392800"/>
          </a:xfrm>
          <a:prstGeom prst="rect">
            <a:avLst/>
          </a:prstGeom>
          <a:noFill/>
          <a:ln>
            <a:noFill/>
          </a:ln>
        </p:spPr>
      </p:sp>
      <p:sp>
        <p:nvSpPr>
          <p:cNvPr id="260" name="Google Shape;260;p34"/>
          <p:cNvSpPr/>
          <p:nvPr>
            <p:ph idx="3" type="pic"/>
          </p:nvPr>
        </p:nvSpPr>
        <p:spPr>
          <a:xfrm>
            <a:off x="311725" y="1133300"/>
            <a:ext cx="4027500" cy="2392800"/>
          </a:xfrm>
          <a:prstGeom prst="rect">
            <a:avLst/>
          </a:prstGeom>
          <a:noFill/>
          <a:ln>
            <a:noFill/>
          </a:ln>
        </p:spPr>
      </p:sp>
      <p:sp>
        <p:nvSpPr>
          <p:cNvPr id="261" name="Google Shape;261;p34"/>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2" name="Google Shape;262;p34"/>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63" name="Google Shape;263;p34"/>
          <p:cNvSpPr txBox="1"/>
          <p:nvPr>
            <p:ph idx="5" type="subTitle"/>
          </p:nvPr>
        </p:nvSpPr>
        <p:spPr>
          <a:xfrm>
            <a:off x="3117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4" name="Google Shape;264;p34"/>
          <p:cNvSpPr txBox="1"/>
          <p:nvPr>
            <p:ph idx="6" type="subTitle"/>
          </p:nvPr>
        </p:nvSpPr>
        <p:spPr>
          <a:xfrm>
            <a:off x="4804825" y="3582900"/>
            <a:ext cx="40275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5" name="Google Shape;265;p3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266" name="Shape 266"/>
        <p:cNvGrpSpPr/>
        <p:nvPr/>
      </p:nvGrpSpPr>
      <p:grpSpPr>
        <a:xfrm>
          <a:off x="0" y="0"/>
          <a:ext cx="0" cy="0"/>
          <a:chOff x="0" y="0"/>
          <a:chExt cx="0" cy="0"/>
        </a:xfrm>
      </p:grpSpPr>
      <p:sp>
        <p:nvSpPr>
          <p:cNvPr id="267" name="Google Shape;267;p35"/>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35"/>
          <p:cNvSpPr/>
          <p:nvPr>
            <p:ph idx="2" type="pic"/>
          </p:nvPr>
        </p:nvSpPr>
        <p:spPr>
          <a:xfrm>
            <a:off x="6205225" y="1128325"/>
            <a:ext cx="2627100" cy="2273100"/>
          </a:xfrm>
          <a:prstGeom prst="rect">
            <a:avLst/>
          </a:prstGeom>
          <a:noFill/>
          <a:ln>
            <a:noFill/>
          </a:ln>
        </p:spPr>
      </p:sp>
      <p:sp>
        <p:nvSpPr>
          <p:cNvPr id="269" name="Google Shape;269;p35"/>
          <p:cNvSpPr/>
          <p:nvPr>
            <p:ph idx="3" type="pic"/>
          </p:nvPr>
        </p:nvSpPr>
        <p:spPr>
          <a:xfrm>
            <a:off x="311725" y="1128325"/>
            <a:ext cx="2627100" cy="2273100"/>
          </a:xfrm>
          <a:prstGeom prst="rect">
            <a:avLst/>
          </a:prstGeom>
          <a:noFill/>
          <a:ln>
            <a:noFill/>
          </a:ln>
        </p:spPr>
      </p:sp>
      <p:sp>
        <p:nvSpPr>
          <p:cNvPr id="270" name="Google Shape;270;p35"/>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1" name="Google Shape;271;p35"/>
          <p:cNvSpPr/>
          <p:nvPr>
            <p:ph idx="5" type="pic"/>
          </p:nvPr>
        </p:nvSpPr>
        <p:spPr>
          <a:xfrm>
            <a:off x="3255250" y="1128325"/>
            <a:ext cx="2627100" cy="2273100"/>
          </a:xfrm>
          <a:prstGeom prst="rect">
            <a:avLst/>
          </a:prstGeom>
          <a:noFill/>
          <a:ln>
            <a:noFill/>
          </a:ln>
        </p:spPr>
      </p:sp>
      <p:sp>
        <p:nvSpPr>
          <p:cNvPr id="272" name="Google Shape;272;p35"/>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73" name="Google Shape;273;p35"/>
          <p:cNvSpPr txBox="1"/>
          <p:nvPr>
            <p:ph type="title"/>
          </p:nvPr>
        </p:nvSpPr>
        <p:spPr>
          <a:xfrm>
            <a:off x="311700" y="445025"/>
            <a:ext cx="8520600" cy="572700"/>
          </a:xfrm>
          <a:prstGeom prst="rect">
            <a:avLst/>
          </a:prstGeom>
          <a:noFill/>
          <a:ln>
            <a:noFill/>
          </a:ln>
        </p:spPr>
        <p:txBody>
          <a:bodyPr anchorCtr="0" anchor="ctr" bIns="91425" lIns="91425" spcFirstLastPara="1" rIns="91425" wrap="square" tIns="91425">
            <a:no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74" name="Google Shape;274;p35"/>
          <p:cNvSpPr txBox="1"/>
          <p:nvPr>
            <p:ph idx="7" type="subTitle"/>
          </p:nvPr>
        </p:nvSpPr>
        <p:spPr>
          <a:xfrm>
            <a:off x="3117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5" name="Google Shape;275;p35"/>
          <p:cNvSpPr txBox="1"/>
          <p:nvPr>
            <p:ph idx="8" type="subTitle"/>
          </p:nvPr>
        </p:nvSpPr>
        <p:spPr>
          <a:xfrm>
            <a:off x="6205225"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6" name="Google Shape;276;p35"/>
          <p:cNvSpPr txBox="1"/>
          <p:nvPr>
            <p:ph idx="9" type="subTitle"/>
          </p:nvPr>
        </p:nvSpPr>
        <p:spPr>
          <a:xfrm>
            <a:off x="3255250" y="3430500"/>
            <a:ext cx="2627100" cy="4812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77" name="Google Shape;277;p3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278" name="Shape 278"/>
        <p:cNvGrpSpPr/>
        <p:nvPr/>
      </p:nvGrpSpPr>
      <p:grpSpPr>
        <a:xfrm>
          <a:off x="0" y="0"/>
          <a:ext cx="0" cy="0"/>
          <a:chOff x="0" y="0"/>
          <a:chExt cx="0" cy="0"/>
        </a:xfrm>
      </p:grpSpPr>
      <p:sp>
        <p:nvSpPr>
          <p:cNvPr id="279" name="Google Shape;279;p36"/>
          <p:cNvSpPr/>
          <p:nvPr>
            <p:ph idx="2" type="pic"/>
          </p:nvPr>
        </p:nvSpPr>
        <p:spPr>
          <a:xfrm>
            <a:off x="311700" y="445025"/>
            <a:ext cx="8520600" cy="4218300"/>
          </a:xfrm>
          <a:prstGeom prst="rect">
            <a:avLst/>
          </a:prstGeom>
          <a:noFill/>
          <a:ln>
            <a:noFill/>
          </a:ln>
        </p:spPr>
      </p:sp>
      <p:sp>
        <p:nvSpPr>
          <p:cNvPr id="280" name="Google Shape;280;p3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281" name="Shape 281"/>
        <p:cNvGrpSpPr/>
        <p:nvPr/>
      </p:nvGrpSpPr>
      <p:grpSpPr>
        <a:xfrm>
          <a:off x="0" y="0"/>
          <a:ext cx="0" cy="0"/>
          <a:chOff x="0" y="0"/>
          <a:chExt cx="0" cy="0"/>
        </a:xfrm>
      </p:grpSpPr>
      <p:sp>
        <p:nvSpPr>
          <p:cNvPr id="282" name="Google Shape;282;p37"/>
          <p:cNvSpPr/>
          <p:nvPr>
            <p:ph idx="2" type="pic"/>
          </p:nvPr>
        </p:nvSpPr>
        <p:spPr>
          <a:xfrm>
            <a:off x="3389600" y="118913"/>
            <a:ext cx="1643700" cy="1535100"/>
          </a:xfrm>
          <a:prstGeom prst="rect">
            <a:avLst/>
          </a:prstGeom>
          <a:noFill/>
          <a:ln>
            <a:noFill/>
          </a:ln>
        </p:spPr>
      </p:sp>
      <p:sp>
        <p:nvSpPr>
          <p:cNvPr id="283" name="Google Shape;283;p37"/>
          <p:cNvSpPr/>
          <p:nvPr>
            <p:ph idx="3" type="pic"/>
          </p:nvPr>
        </p:nvSpPr>
        <p:spPr>
          <a:xfrm>
            <a:off x="5195935" y="118913"/>
            <a:ext cx="1643700" cy="1535100"/>
          </a:xfrm>
          <a:prstGeom prst="rect">
            <a:avLst/>
          </a:prstGeom>
          <a:noFill/>
          <a:ln>
            <a:noFill/>
          </a:ln>
        </p:spPr>
      </p:sp>
      <p:sp>
        <p:nvSpPr>
          <p:cNvPr id="284" name="Google Shape;284;p37"/>
          <p:cNvSpPr/>
          <p:nvPr>
            <p:ph idx="4" type="pic"/>
          </p:nvPr>
        </p:nvSpPr>
        <p:spPr>
          <a:xfrm>
            <a:off x="7002270" y="118913"/>
            <a:ext cx="1643700" cy="1535100"/>
          </a:xfrm>
          <a:prstGeom prst="rect">
            <a:avLst/>
          </a:prstGeom>
          <a:noFill/>
          <a:ln>
            <a:noFill/>
          </a:ln>
        </p:spPr>
      </p:sp>
      <p:sp>
        <p:nvSpPr>
          <p:cNvPr id="285" name="Google Shape;285;p37"/>
          <p:cNvSpPr/>
          <p:nvPr>
            <p:ph idx="5" type="pic"/>
          </p:nvPr>
        </p:nvSpPr>
        <p:spPr>
          <a:xfrm>
            <a:off x="3389588" y="1804212"/>
            <a:ext cx="1643700" cy="1535100"/>
          </a:xfrm>
          <a:prstGeom prst="rect">
            <a:avLst/>
          </a:prstGeom>
          <a:noFill/>
          <a:ln>
            <a:noFill/>
          </a:ln>
        </p:spPr>
      </p:sp>
      <p:sp>
        <p:nvSpPr>
          <p:cNvPr id="286" name="Google Shape;286;p37"/>
          <p:cNvSpPr/>
          <p:nvPr>
            <p:ph idx="6" type="pic"/>
          </p:nvPr>
        </p:nvSpPr>
        <p:spPr>
          <a:xfrm>
            <a:off x="5195922" y="1804212"/>
            <a:ext cx="1643700" cy="1535100"/>
          </a:xfrm>
          <a:prstGeom prst="rect">
            <a:avLst/>
          </a:prstGeom>
          <a:noFill/>
          <a:ln>
            <a:noFill/>
          </a:ln>
        </p:spPr>
      </p:sp>
      <p:sp>
        <p:nvSpPr>
          <p:cNvPr id="287" name="Google Shape;287;p37"/>
          <p:cNvSpPr/>
          <p:nvPr>
            <p:ph idx="7" type="pic"/>
          </p:nvPr>
        </p:nvSpPr>
        <p:spPr>
          <a:xfrm>
            <a:off x="7002257" y="1804212"/>
            <a:ext cx="1643700" cy="1535100"/>
          </a:xfrm>
          <a:prstGeom prst="rect">
            <a:avLst/>
          </a:prstGeom>
          <a:noFill/>
          <a:ln>
            <a:noFill/>
          </a:ln>
        </p:spPr>
      </p:sp>
      <p:sp>
        <p:nvSpPr>
          <p:cNvPr id="288" name="Google Shape;288;p37"/>
          <p:cNvSpPr txBox="1"/>
          <p:nvPr>
            <p:ph type="title"/>
          </p:nvPr>
        </p:nvSpPr>
        <p:spPr>
          <a:xfrm>
            <a:off x="351550" y="445025"/>
            <a:ext cx="2596800" cy="1706400"/>
          </a:xfrm>
          <a:prstGeom prst="rect">
            <a:avLst/>
          </a:prstGeom>
          <a:noFill/>
          <a:ln>
            <a:noFill/>
          </a:ln>
        </p:spPr>
        <p:txBody>
          <a:bodyPr anchorCtr="0" anchor="ctr" bIns="91425" lIns="91425" spcFirstLastPara="1" rIns="91425" wrap="square" tIns="91425">
            <a:spAutoFit/>
          </a:bodyPr>
          <a:lstStyle>
            <a:lvl1pPr lvl="0">
              <a:spcBef>
                <a:spcPts val="0"/>
              </a:spcBef>
              <a:spcAft>
                <a:spcPts val="0"/>
              </a:spcAft>
              <a:buSzPts val="1400"/>
              <a:buChar char="●"/>
              <a:defRPr/>
            </a:lvl1pPr>
            <a:lvl2pPr lvl="1">
              <a:spcBef>
                <a:spcPts val="0"/>
              </a:spcBef>
              <a:spcAft>
                <a:spcPts val="0"/>
              </a:spcAft>
              <a:buSzPts val="1400"/>
              <a:buChar char="○"/>
              <a:defRPr/>
            </a:lvl2pPr>
            <a:lvl3pPr lvl="2">
              <a:spcBef>
                <a:spcPts val="0"/>
              </a:spcBef>
              <a:spcAft>
                <a:spcPts val="0"/>
              </a:spcAft>
              <a:buSzPts val="1400"/>
              <a:buChar char="■"/>
              <a:defRPr/>
            </a:lvl3pPr>
            <a:lvl4pPr lvl="3">
              <a:spcBef>
                <a:spcPts val="0"/>
              </a:spcBef>
              <a:spcAft>
                <a:spcPts val="0"/>
              </a:spcAft>
              <a:buSzPts val="1400"/>
              <a:buChar char="●"/>
              <a:defRPr/>
            </a:lvl4pPr>
            <a:lvl5pPr lvl="4">
              <a:spcBef>
                <a:spcPts val="0"/>
              </a:spcBef>
              <a:spcAft>
                <a:spcPts val="0"/>
              </a:spcAft>
              <a:buSzPts val="1400"/>
              <a:buChar char="○"/>
              <a:defRPr/>
            </a:lvl5pPr>
            <a:lvl6pPr lvl="5">
              <a:spcBef>
                <a:spcPts val="0"/>
              </a:spcBef>
              <a:spcAft>
                <a:spcPts val="0"/>
              </a:spcAft>
              <a:buSzPts val="1400"/>
              <a:buChar char="■"/>
              <a:defRPr/>
            </a:lvl6pPr>
            <a:lvl7pPr lvl="6">
              <a:spcBef>
                <a:spcPts val="0"/>
              </a:spcBef>
              <a:spcAft>
                <a:spcPts val="0"/>
              </a:spcAft>
              <a:buSzPts val="1400"/>
              <a:buChar char="●"/>
              <a:defRPr/>
            </a:lvl7pPr>
            <a:lvl8pPr lvl="7">
              <a:spcBef>
                <a:spcPts val="0"/>
              </a:spcBef>
              <a:spcAft>
                <a:spcPts val="0"/>
              </a:spcAft>
              <a:buSzPts val="1400"/>
              <a:buChar char="○"/>
              <a:defRPr/>
            </a:lvl8pPr>
            <a:lvl9pPr lvl="8">
              <a:spcBef>
                <a:spcPts val="0"/>
              </a:spcBef>
              <a:spcAft>
                <a:spcPts val="0"/>
              </a:spcAft>
              <a:buSzPts val="1400"/>
              <a:buChar char="■"/>
              <a:defRPr/>
            </a:lvl9pPr>
          </a:lstStyle>
          <a:p/>
        </p:txBody>
      </p:sp>
      <p:sp>
        <p:nvSpPr>
          <p:cNvPr id="289" name="Google Shape;289;p37"/>
          <p:cNvSpPr/>
          <p:nvPr>
            <p:ph idx="8" type="pic"/>
          </p:nvPr>
        </p:nvSpPr>
        <p:spPr>
          <a:xfrm>
            <a:off x="3389588" y="3489487"/>
            <a:ext cx="1643700" cy="1535100"/>
          </a:xfrm>
          <a:prstGeom prst="rect">
            <a:avLst/>
          </a:prstGeom>
          <a:noFill/>
          <a:ln>
            <a:noFill/>
          </a:ln>
        </p:spPr>
      </p:sp>
      <p:sp>
        <p:nvSpPr>
          <p:cNvPr id="290" name="Google Shape;290;p37"/>
          <p:cNvSpPr/>
          <p:nvPr>
            <p:ph idx="9" type="pic"/>
          </p:nvPr>
        </p:nvSpPr>
        <p:spPr>
          <a:xfrm>
            <a:off x="5195922" y="3489487"/>
            <a:ext cx="1643700" cy="1535100"/>
          </a:xfrm>
          <a:prstGeom prst="rect">
            <a:avLst/>
          </a:prstGeom>
          <a:noFill/>
          <a:ln>
            <a:noFill/>
          </a:ln>
        </p:spPr>
      </p:sp>
      <p:sp>
        <p:nvSpPr>
          <p:cNvPr id="291" name="Google Shape;291;p37"/>
          <p:cNvSpPr/>
          <p:nvPr>
            <p:ph idx="13" type="pic"/>
          </p:nvPr>
        </p:nvSpPr>
        <p:spPr>
          <a:xfrm>
            <a:off x="7002257" y="3489487"/>
            <a:ext cx="1643700" cy="1535100"/>
          </a:xfrm>
          <a:prstGeom prst="rect">
            <a:avLst/>
          </a:prstGeom>
          <a:noFill/>
          <a:ln>
            <a:noFill/>
          </a:ln>
        </p:spPr>
      </p:sp>
      <p:sp>
        <p:nvSpPr>
          <p:cNvPr id="292" name="Google Shape;292;p3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extLst>
    <p:ext uri="{DCECCB84-F9BA-43D5-87BE-67443E8EF086}">
      <p15:sldGuideLst>
        <p15:guide id="1" pos="5564">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3" name="Shape 29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38" Type="http://schemas.openxmlformats.org/officeDocument/2006/relationships/theme" Target="../theme/theme2.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3950" y="3166425"/>
            <a:ext cx="6424800" cy="1517400"/>
          </a:xfrm>
          <a:prstGeom prst="rect">
            <a:avLst/>
          </a:prstGeom>
          <a:noFill/>
          <a:ln>
            <a:noFill/>
          </a:ln>
        </p:spPr>
        <p:txBody>
          <a:bodyPr anchorCtr="0" anchor="t" bIns="91425" lIns="91425" spcFirstLastPara="1" rIns="91425" wrap="square" tIns="91425">
            <a:noAutofit/>
          </a:bodyPr>
          <a:lstStyle>
            <a:lvl1pPr indent="-304800" lvl="0" marL="457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1pPr>
            <a:lvl2pPr indent="-304800" lvl="1" marL="914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2pPr>
            <a:lvl3pPr indent="-304800" lvl="2" marL="1371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3pPr>
            <a:lvl4pPr indent="-304800" lvl="3" marL="1828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4pPr>
            <a:lvl5pPr indent="-304800" lvl="4" marL="22860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5pPr>
            <a:lvl6pPr indent="-304800" lvl="5" marL="27432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6pPr>
            <a:lvl7pPr indent="-304800" lvl="6" marL="32004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7pPr>
            <a:lvl8pPr indent="-304800" lvl="7" marL="36576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8pPr>
            <a:lvl9pPr indent="-304800" lvl="8" marL="4114800">
              <a:lnSpc>
                <a:spcPct val="115000"/>
              </a:lnSpc>
              <a:spcBef>
                <a:spcPts val="0"/>
              </a:spcBef>
              <a:spcAft>
                <a:spcPts val="0"/>
              </a:spcAft>
              <a:buClr>
                <a:schemeClr val="lt1"/>
              </a:buClr>
              <a:buSzPts val="1200"/>
              <a:buFont typeface="Lato"/>
              <a:buChar char="■"/>
              <a:defRPr sz="1200">
                <a:solidFill>
                  <a:schemeClr val="lt1"/>
                </a:solidFill>
                <a:latin typeface="Lato"/>
                <a:ea typeface="Lato"/>
                <a:cs typeface="Lato"/>
                <a:sym typeface="Lato"/>
              </a:defRPr>
            </a:lvl9pPr>
          </a:lstStyle>
          <a:p/>
        </p:txBody>
      </p:sp>
      <p:sp>
        <p:nvSpPr>
          <p:cNvPr id="7" name="Google Shape;7;p1"/>
          <p:cNvSpPr txBox="1"/>
          <p:nvPr>
            <p:ph type="title"/>
          </p:nvPr>
        </p:nvSpPr>
        <p:spPr>
          <a:xfrm>
            <a:off x="278750" y="513900"/>
            <a:ext cx="5802000" cy="1144800"/>
          </a:xfrm>
          <a:prstGeom prst="rect">
            <a:avLst/>
          </a:prstGeom>
          <a:noFill/>
          <a:ln>
            <a:noFill/>
          </a:ln>
        </p:spPr>
        <p:txBody>
          <a:bodyPr anchorCtr="0" anchor="t" bIns="0" lIns="0" spcFirstLastPara="1" rIns="0" wrap="square" tIns="0">
            <a:noAutofit/>
          </a:bodyPr>
          <a:lstStyle>
            <a:lvl1pPr lvl="0">
              <a:lnSpc>
                <a:spcPct val="85000"/>
              </a:lnSpc>
              <a:spcBef>
                <a:spcPts val="0"/>
              </a:spcBef>
              <a:spcAft>
                <a:spcPts val="0"/>
              </a:spcAft>
              <a:buNone/>
              <a:defRPr sz="6000">
                <a:solidFill>
                  <a:schemeClr val="lt1"/>
                </a:solidFill>
                <a:latin typeface="Playfair Display"/>
                <a:ea typeface="Playfair Display"/>
                <a:cs typeface="Playfair Display"/>
                <a:sym typeface="Playfair Display"/>
              </a:defRPr>
            </a:lvl1pPr>
            <a:lvl2pPr lvl="1">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2pPr>
            <a:lvl3pPr lvl="2">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3pPr>
            <a:lvl4pPr lvl="3">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4pPr>
            <a:lvl5pPr lvl="4">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5pPr>
            <a:lvl6pPr lvl="5">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6pPr>
            <a:lvl7pPr lvl="6">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7pPr>
            <a:lvl8pPr lvl="7">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8pPr>
            <a:lvl9pPr lvl="8">
              <a:lnSpc>
                <a:spcPct val="115000"/>
              </a:lnSpc>
              <a:spcBef>
                <a:spcPts val="0"/>
              </a:spcBef>
              <a:spcAft>
                <a:spcPts val="0"/>
              </a:spcAft>
              <a:buNone/>
              <a:defRPr sz="4000">
                <a:solidFill>
                  <a:schemeClr val="lt1"/>
                </a:solidFill>
                <a:latin typeface="Playfair Display"/>
                <a:ea typeface="Playfair Display"/>
                <a:cs typeface="Playfair Display"/>
                <a:sym typeface="Playfair Display"/>
              </a:defRPr>
            </a:lvl9pPr>
          </a:lstStyle>
          <a:p/>
        </p:txBody>
      </p:sp>
      <p:sp>
        <p:nvSpPr>
          <p:cNvPr id="8" name="Google Shape;8;p1"/>
          <p:cNvSpPr txBox="1"/>
          <p:nvPr/>
        </p:nvSpPr>
        <p:spPr>
          <a:xfrm>
            <a:off x="106275" y="4830875"/>
            <a:ext cx="1261200" cy="16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lt1"/>
                </a:solidFill>
                <a:latin typeface="Playfair Display"/>
                <a:ea typeface="Playfair Display"/>
                <a:cs typeface="Playfair Display"/>
                <a:sym typeface="Playfair Display"/>
              </a:rPr>
              <a:t>Group 7</a:t>
            </a:r>
            <a:endParaRPr sz="1000">
              <a:solidFill>
                <a:schemeClr val="lt1"/>
              </a:solidFill>
              <a:latin typeface="Playfair Display"/>
              <a:ea typeface="Playfair Display"/>
              <a:cs typeface="Playfair Display"/>
              <a:sym typeface="Playfair Display"/>
            </a:endParaRPr>
          </a:p>
        </p:txBody>
      </p:sp>
      <p:sp>
        <p:nvSpPr>
          <p:cNvPr id="9" name="Google Shape;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200">
                <a:solidFill>
                  <a:schemeClr val="lt1"/>
                </a:solidFill>
                <a:latin typeface="Lato"/>
                <a:ea typeface="Lato"/>
                <a:cs typeface="Lato"/>
                <a:sym typeface="Lato"/>
              </a:defRPr>
            </a:lvl1pPr>
            <a:lvl2pPr lvl="1" algn="r">
              <a:buNone/>
              <a:defRPr sz="1200">
                <a:solidFill>
                  <a:schemeClr val="lt1"/>
                </a:solidFill>
                <a:latin typeface="Lato"/>
                <a:ea typeface="Lato"/>
                <a:cs typeface="Lato"/>
                <a:sym typeface="Lato"/>
              </a:defRPr>
            </a:lvl2pPr>
            <a:lvl3pPr lvl="2" algn="r">
              <a:buNone/>
              <a:defRPr sz="1200">
                <a:solidFill>
                  <a:schemeClr val="lt1"/>
                </a:solidFill>
                <a:latin typeface="Lato"/>
                <a:ea typeface="Lato"/>
                <a:cs typeface="Lato"/>
                <a:sym typeface="Lato"/>
              </a:defRPr>
            </a:lvl3pPr>
            <a:lvl4pPr lvl="3" algn="r">
              <a:buNone/>
              <a:defRPr sz="1200">
                <a:solidFill>
                  <a:schemeClr val="lt1"/>
                </a:solidFill>
                <a:latin typeface="Lato"/>
                <a:ea typeface="Lato"/>
                <a:cs typeface="Lato"/>
                <a:sym typeface="Lato"/>
              </a:defRPr>
            </a:lvl4pPr>
            <a:lvl5pPr lvl="4" algn="r">
              <a:buNone/>
              <a:defRPr sz="1200">
                <a:solidFill>
                  <a:schemeClr val="lt1"/>
                </a:solidFill>
                <a:latin typeface="Lato"/>
                <a:ea typeface="Lato"/>
                <a:cs typeface="Lato"/>
                <a:sym typeface="Lato"/>
              </a:defRPr>
            </a:lvl5pPr>
            <a:lvl6pPr lvl="5" algn="r">
              <a:buNone/>
              <a:defRPr sz="1200">
                <a:solidFill>
                  <a:schemeClr val="lt1"/>
                </a:solidFill>
                <a:latin typeface="Lato"/>
                <a:ea typeface="Lato"/>
                <a:cs typeface="Lato"/>
                <a:sym typeface="Lato"/>
              </a:defRPr>
            </a:lvl6pPr>
            <a:lvl7pPr lvl="6" algn="r">
              <a:buNone/>
              <a:defRPr sz="1200">
                <a:solidFill>
                  <a:schemeClr val="lt1"/>
                </a:solidFill>
                <a:latin typeface="Lato"/>
                <a:ea typeface="Lato"/>
                <a:cs typeface="Lato"/>
                <a:sym typeface="Lato"/>
              </a:defRPr>
            </a:lvl7pPr>
            <a:lvl8pPr lvl="7" algn="r">
              <a:buNone/>
              <a:defRPr sz="1200">
                <a:solidFill>
                  <a:schemeClr val="lt1"/>
                </a:solidFill>
                <a:latin typeface="Lato"/>
                <a:ea typeface="Lato"/>
                <a:cs typeface="Lato"/>
                <a:sym typeface="Lato"/>
              </a:defRPr>
            </a:lvl8pPr>
            <a:lvl9pPr lvl="8" algn="r">
              <a:buNone/>
              <a:defRPr sz="12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sz="700">
              <a:latin typeface="Playfair Display"/>
              <a:ea typeface="Playfair Display"/>
              <a:cs typeface="Playfair Display"/>
              <a:sym typeface="Playfair Display"/>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guide id="21" pos="174">
          <p15:clr>
            <a:srgbClr val="E46962"/>
          </p15:clr>
        </p15:guide>
        <p15:guide id="22" pos="55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 Id="rId2" Type="http://schemas.openxmlformats.org/officeDocument/2006/relationships/notesSlide" Target="../notesSlides/notesSlide1.xml"/><Relationship Id="rId3" Type="http://schemas.openxmlformats.org/officeDocument/2006/relationships/image" Target="../media/image1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hyperlink" Target="http://data.gdeltproject.org/gdeltv2/lastupdate.txt" TargetMode="Externa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1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9"/>
          <p:cNvSpPr txBox="1"/>
          <p:nvPr/>
        </p:nvSpPr>
        <p:spPr>
          <a:xfrm>
            <a:off x="283956" y="3730625"/>
            <a:ext cx="6425100" cy="107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lt1"/>
                </a:solidFill>
                <a:latin typeface="Lato"/>
                <a:ea typeface="Lato"/>
                <a:cs typeface="Lato"/>
                <a:sym typeface="Lato"/>
              </a:rPr>
              <a:t>Fidelis Ambrose Mahila Lnu, Cameron Bendalin, Gabriela Garcia </a:t>
            </a:r>
            <a:r>
              <a:rPr lang="en" sz="1000">
                <a:solidFill>
                  <a:schemeClr val="lt1"/>
                </a:solidFill>
                <a:latin typeface="Lato"/>
                <a:ea typeface="Lato"/>
                <a:cs typeface="Lato"/>
                <a:sym typeface="Lato"/>
              </a:rPr>
              <a:t>Gonzalez</a:t>
            </a:r>
            <a:r>
              <a:rPr lang="en" sz="1000">
                <a:solidFill>
                  <a:schemeClr val="lt1"/>
                </a:solidFill>
                <a:latin typeface="Lato"/>
                <a:ea typeface="Lato"/>
                <a:cs typeface="Lato"/>
                <a:sym typeface="Lato"/>
              </a:rPr>
              <a:t>, Emily Tellschow, Rebecca Yoder </a:t>
            </a:r>
            <a:endParaRPr sz="1000">
              <a:solidFill>
                <a:schemeClr val="lt1"/>
              </a:solidFill>
              <a:latin typeface="Lato"/>
              <a:ea typeface="Lato"/>
              <a:cs typeface="Lato"/>
              <a:sym typeface="Lato"/>
            </a:endParaRPr>
          </a:p>
        </p:txBody>
      </p:sp>
      <p:sp>
        <p:nvSpPr>
          <p:cNvPr id="299" name="Google Shape;299;p39"/>
          <p:cNvSpPr txBox="1"/>
          <p:nvPr/>
        </p:nvSpPr>
        <p:spPr>
          <a:xfrm>
            <a:off x="283961" y="4450025"/>
            <a:ext cx="2045700" cy="107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lt1"/>
                </a:solidFill>
                <a:latin typeface="Lato"/>
                <a:ea typeface="Lato"/>
                <a:cs typeface="Lato"/>
                <a:sym typeface="Lato"/>
              </a:rPr>
              <a:t>Spring 2026</a:t>
            </a:r>
            <a:endParaRPr sz="1000">
              <a:solidFill>
                <a:schemeClr val="lt1"/>
              </a:solidFill>
              <a:latin typeface="Lato"/>
              <a:ea typeface="Lato"/>
              <a:cs typeface="Lato"/>
              <a:sym typeface="Lato"/>
            </a:endParaRPr>
          </a:p>
        </p:txBody>
      </p:sp>
      <p:sp>
        <p:nvSpPr>
          <p:cNvPr id="300" name="Google Shape;300;p39"/>
          <p:cNvSpPr txBox="1"/>
          <p:nvPr/>
        </p:nvSpPr>
        <p:spPr>
          <a:xfrm>
            <a:off x="283953" y="4090319"/>
            <a:ext cx="2045700" cy="1077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lang="en" sz="1000">
                <a:solidFill>
                  <a:schemeClr val="lt1"/>
                </a:solidFill>
                <a:latin typeface="Lato"/>
                <a:ea typeface="Lato"/>
                <a:cs typeface="Lato"/>
                <a:sym typeface="Lato"/>
              </a:rPr>
              <a:t>Unstructured</a:t>
            </a:r>
            <a:r>
              <a:rPr lang="en" sz="1000">
                <a:solidFill>
                  <a:schemeClr val="lt1"/>
                </a:solidFill>
                <a:latin typeface="Lato"/>
                <a:ea typeface="Lato"/>
                <a:cs typeface="Lato"/>
                <a:sym typeface="Lato"/>
              </a:rPr>
              <a:t> &amp; Distributed Data</a:t>
            </a:r>
            <a:endParaRPr sz="1000">
              <a:solidFill>
                <a:schemeClr val="lt1"/>
              </a:solidFill>
              <a:latin typeface="Lato"/>
              <a:ea typeface="Lato"/>
              <a:cs typeface="Lato"/>
              <a:sym typeface="Lato"/>
            </a:endParaRPr>
          </a:p>
        </p:txBody>
      </p:sp>
      <p:cxnSp>
        <p:nvCxnSpPr>
          <p:cNvPr id="301" name="Google Shape;301;p39"/>
          <p:cNvCxnSpPr/>
          <p:nvPr/>
        </p:nvCxnSpPr>
        <p:spPr>
          <a:xfrm rot="10800000">
            <a:off x="283800" y="3964328"/>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302" name="Google Shape;302;p39"/>
          <p:cNvCxnSpPr/>
          <p:nvPr/>
        </p:nvCxnSpPr>
        <p:spPr>
          <a:xfrm rot="10800000">
            <a:off x="283800" y="4324039"/>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303" name="Google Shape;303;p39"/>
          <p:cNvCxnSpPr/>
          <p:nvPr/>
        </p:nvCxnSpPr>
        <p:spPr>
          <a:xfrm rot="10800000">
            <a:off x="283800" y="4683725"/>
            <a:ext cx="6425100" cy="0"/>
          </a:xfrm>
          <a:prstGeom prst="straightConnector1">
            <a:avLst/>
          </a:prstGeom>
          <a:noFill/>
          <a:ln cap="flat" cmpd="sng" w="9525">
            <a:solidFill>
              <a:schemeClr val="lt2"/>
            </a:solidFill>
            <a:prstDash val="solid"/>
            <a:round/>
            <a:headEnd len="med" w="med" type="none"/>
            <a:tailEnd len="med" w="med" type="none"/>
          </a:ln>
        </p:spPr>
      </p:cxnSp>
      <p:cxnSp>
        <p:nvCxnSpPr>
          <p:cNvPr id="304" name="Google Shape;304;p39"/>
          <p:cNvCxnSpPr/>
          <p:nvPr/>
        </p:nvCxnSpPr>
        <p:spPr>
          <a:xfrm rot="10800000">
            <a:off x="750" y="361488"/>
            <a:ext cx="9102000" cy="0"/>
          </a:xfrm>
          <a:prstGeom prst="straightConnector1">
            <a:avLst/>
          </a:prstGeom>
          <a:noFill/>
          <a:ln cap="flat" cmpd="sng" w="9525">
            <a:solidFill>
              <a:schemeClr val="lt2"/>
            </a:solidFill>
            <a:prstDash val="solid"/>
            <a:round/>
            <a:headEnd len="med" w="med" type="none"/>
            <a:tailEnd len="med" w="med" type="none"/>
          </a:ln>
        </p:spPr>
      </p:cxnSp>
      <p:cxnSp>
        <p:nvCxnSpPr>
          <p:cNvPr id="305" name="Google Shape;305;p39"/>
          <p:cNvCxnSpPr/>
          <p:nvPr/>
        </p:nvCxnSpPr>
        <p:spPr>
          <a:xfrm rot="10800000">
            <a:off x="283800" y="3604625"/>
            <a:ext cx="6425100" cy="0"/>
          </a:xfrm>
          <a:prstGeom prst="straightConnector1">
            <a:avLst/>
          </a:prstGeom>
          <a:noFill/>
          <a:ln cap="flat" cmpd="sng" w="9525">
            <a:solidFill>
              <a:schemeClr val="lt2"/>
            </a:solidFill>
            <a:prstDash val="solid"/>
            <a:round/>
            <a:headEnd len="med" w="med" type="none"/>
            <a:tailEnd len="med" w="med" type="none"/>
          </a:ln>
        </p:spPr>
      </p:cxnSp>
      <p:pic>
        <p:nvPicPr>
          <p:cNvPr descr="5G Communication Technology of Internet Network (Provided by Getty Images)" id="306" name="Google Shape;306;p39"/>
          <p:cNvPicPr preferRelativeResize="0"/>
          <p:nvPr>
            <p:ph idx="2" type="pic"/>
          </p:nvPr>
        </p:nvPicPr>
        <p:blipFill rotWithShape="1">
          <a:blip r:embed="rId3">
            <a:alphaModFix/>
          </a:blip>
          <a:srcRect b="20475" l="49053" r="29591" t="-424"/>
          <a:stretch/>
        </p:blipFill>
        <p:spPr>
          <a:xfrm>
            <a:off x="6802800" y="-36625"/>
            <a:ext cx="2345252" cy="5311667"/>
          </a:xfrm>
          <a:prstGeom prst="rect">
            <a:avLst/>
          </a:prstGeom>
          <a:noFill/>
          <a:ln>
            <a:noFill/>
          </a:ln>
        </p:spPr>
      </p:pic>
      <p:sp>
        <p:nvSpPr>
          <p:cNvPr id="307" name="Google Shape;307;p39"/>
          <p:cNvSpPr txBox="1"/>
          <p:nvPr>
            <p:ph idx="4294967295" type="title"/>
          </p:nvPr>
        </p:nvSpPr>
        <p:spPr>
          <a:xfrm>
            <a:off x="278750" y="513900"/>
            <a:ext cx="5802000" cy="2119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sz="5400"/>
              <a:t>Real-Time Conflict Escalation Detection</a:t>
            </a:r>
            <a:endParaRPr sz="5400"/>
          </a:p>
        </p:txBody>
      </p:sp>
      <p:sp>
        <p:nvSpPr>
          <p:cNvPr id="308" name="Google Shape;308;p39"/>
          <p:cNvSpPr txBox="1"/>
          <p:nvPr>
            <p:ph idx="4294967295"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sz="900">
              <a:latin typeface="Playfair Display"/>
              <a:ea typeface="Playfair Display"/>
              <a:cs typeface="Playfair Display"/>
              <a:sym typeface="Playfair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cxnSp>
        <p:nvCxnSpPr>
          <p:cNvPr id="313" name="Google Shape;313;p40"/>
          <p:cNvCxnSpPr/>
          <p:nvPr/>
        </p:nvCxnSpPr>
        <p:spPr>
          <a:xfrm rot="10800000">
            <a:off x="270887" y="1700775"/>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314" name="Google Shape;314;p40"/>
          <p:cNvCxnSpPr/>
          <p:nvPr/>
        </p:nvCxnSpPr>
        <p:spPr>
          <a:xfrm rot="10800000">
            <a:off x="270887" y="2638575"/>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315" name="Google Shape;315;p40"/>
          <p:cNvCxnSpPr/>
          <p:nvPr/>
        </p:nvCxnSpPr>
        <p:spPr>
          <a:xfrm rot="10800000">
            <a:off x="270887" y="3576375"/>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316" name="Google Shape;316;p40"/>
          <p:cNvCxnSpPr/>
          <p:nvPr/>
        </p:nvCxnSpPr>
        <p:spPr>
          <a:xfrm rot="10800000">
            <a:off x="4858665" y="1700775"/>
            <a:ext cx="4008300" cy="0"/>
          </a:xfrm>
          <a:prstGeom prst="straightConnector1">
            <a:avLst/>
          </a:prstGeom>
          <a:noFill/>
          <a:ln cap="flat" cmpd="sng" w="9525">
            <a:solidFill>
              <a:schemeClr val="lt2"/>
            </a:solidFill>
            <a:prstDash val="solid"/>
            <a:round/>
            <a:headEnd len="med" w="med" type="none"/>
            <a:tailEnd len="med" w="med" type="none"/>
          </a:ln>
        </p:spPr>
      </p:cxnSp>
      <p:cxnSp>
        <p:nvCxnSpPr>
          <p:cNvPr id="317" name="Google Shape;317;p40"/>
          <p:cNvCxnSpPr/>
          <p:nvPr/>
        </p:nvCxnSpPr>
        <p:spPr>
          <a:xfrm rot="10800000">
            <a:off x="4858220" y="2638575"/>
            <a:ext cx="4009200" cy="0"/>
          </a:xfrm>
          <a:prstGeom prst="straightConnector1">
            <a:avLst/>
          </a:prstGeom>
          <a:noFill/>
          <a:ln cap="flat" cmpd="sng" w="9525">
            <a:solidFill>
              <a:schemeClr val="lt2"/>
            </a:solidFill>
            <a:prstDash val="solid"/>
            <a:round/>
            <a:headEnd len="med" w="med" type="none"/>
            <a:tailEnd len="med" w="med" type="none"/>
          </a:ln>
        </p:spPr>
      </p:cxnSp>
      <p:cxnSp>
        <p:nvCxnSpPr>
          <p:cNvPr id="318" name="Google Shape;318;p40"/>
          <p:cNvCxnSpPr/>
          <p:nvPr/>
        </p:nvCxnSpPr>
        <p:spPr>
          <a:xfrm rot="10800000">
            <a:off x="4858220" y="3576375"/>
            <a:ext cx="4009200" cy="0"/>
          </a:xfrm>
          <a:prstGeom prst="straightConnector1">
            <a:avLst/>
          </a:prstGeom>
          <a:noFill/>
          <a:ln cap="flat" cmpd="sng" w="9525">
            <a:solidFill>
              <a:schemeClr val="lt2"/>
            </a:solidFill>
            <a:prstDash val="solid"/>
            <a:round/>
            <a:headEnd len="med" w="med" type="none"/>
            <a:tailEnd len="med" w="med" type="none"/>
          </a:ln>
        </p:spPr>
      </p:cxnSp>
      <p:sp>
        <p:nvSpPr>
          <p:cNvPr id="319" name="Google Shape;319;p40"/>
          <p:cNvSpPr txBox="1"/>
          <p:nvPr>
            <p:ph idx="7" type="title"/>
          </p:nvPr>
        </p:nvSpPr>
        <p:spPr>
          <a:xfrm>
            <a:off x="276075" y="457200"/>
            <a:ext cx="85944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Contents</a:t>
            </a:r>
            <a:endParaRPr/>
          </a:p>
        </p:txBody>
      </p:sp>
      <p:sp>
        <p:nvSpPr>
          <p:cNvPr id="320" name="Google Shape;320;p40"/>
          <p:cNvSpPr txBox="1"/>
          <p:nvPr>
            <p:ph type="title"/>
          </p:nvPr>
        </p:nvSpPr>
        <p:spPr>
          <a:xfrm>
            <a:off x="270983" y="19850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Statement of Problem</a:t>
            </a:r>
            <a:endParaRPr/>
          </a:p>
        </p:txBody>
      </p:sp>
      <p:sp>
        <p:nvSpPr>
          <p:cNvPr id="321" name="Google Shape;321;p40"/>
          <p:cNvSpPr txBox="1"/>
          <p:nvPr>
            <p:ph idx="2" type="title"/>
          </p:nvPr>
        </p:nvSpPr>
        <p:spPr>
          <a:xfrm>
            <a:off x="270983" y="29228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Font typeface="Arial"/>
              <a:buNone/>
            </a:pPr>
            <a:r>
              <a:rPr lang="en"/>
              <a:t>Data Source Information</a:t>
            </a:r>
            <a:endParaRPr/>
          </a:p>
        </p:txBody>
      </p:sp>
      <p:sp>
        <p:nvSpPr>
          <p:cNvPr id="322" name="Google Shape;322;p40"/>
          <p:cNvSpPr txBox="1"/>
          <p:nvPr>
            <p:ph idx="3" type="title"/>
          </p:nvPr>
        </p:nvSpPr>
        <p:spPr>
          <a:xfrm>
            <a:off x="270983" y="38606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Initial Code Implementation</a:t>
            </a:r>
            <a:endParaRPr/>
          </a:p>
        </p:txBody>
      </p:sp>
      <p:sp>
        <p:nvSpPr>
          <p:cNvPr id="323" name="Google Shape;323;p40"/>
          <p:cNvSpPr txBox="1"/>
          <p:nvPr>
            <p:ph idx="4" type="title"/>
          </p:nvPr>
        </p:nvSpPr>
        <p:spPr>
          <a:xfrm>
            <a:off x="4858317" y="19850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Challenges</a:t>
            </a:r>
            <a:endParaRPr/>
          </a:p>
        </p:txBody>
      </p:sp>
      <p:sp>
        <p:nvSpPr>
          <p:cNvPr id="324" name="Google Shape;324;p40"/>
          <p:cNvSpPr txBox="1"/>
          <p:nvPr>
            <p:ph idx="5" type="title"/>
          </p:nvPr>
        </p:nvSpPr>
        <p:spPr>
          <a:xfrm>
            <a:off x="4858317" y="2922825"/>
            <a:ext cx="3342900" cy="2493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Initial Conclusions</a:t>
            </a:r>
            <a:endParaRPr/>
          </a:p>
        </p:txBody>
      </p:sp>
      <p:sp>
        <p:nvSpPr>
          <p:cNvPr id="325" name="Google Shape;325;p40"/>
          <p:cNvSpPr txBox="1"/>
          <p:nvPr>
            <p:ph idx="6" type="title"/>
          </p:nvPr>
        </p:nvSpPr>
        <p:spPr>
          <a:xfrm>
            <a:off x="4858317" y="3860625"/>
            <a:ext cx="3342900" cy="498600"/>
          </a:xfrm>
          <a:prstGeom prst="rect">
            <a:avLst/>
          </a:prstGeom>
        </p:spPr>
        <p:txBody>
          <a:bodyPr anchorCtr="0" anchor="t" bIns="0" lIns="0" spcFirstLastPara="1" rIns="0" wrap="square" tIns="0">
            <a:spAutoFit/>
          </a:bodyPr>
          <a:lstStyle/>
          <a:p>
            <a:pPr indent="0" lvl="0" marL="0" rtl="0" algn="l">
              <a:spcBef>
                <a:spcPts val="0"/>
              </a:spcBef>
              <a:spcAft>
                <a:spcPts val="0"/>
              </a:spcAft>
              <a:buClr>
                <a:schemeClr val="lt1"/>
              </a:buClr>
              <a:buSzPts val="1100"/>
              <a:buNone/>
            </a:pPr>
            <a:r>
              <a:rPr lang="en"/>
              <a:t>Next Steps</a:t>
            </a:r>
            <a:endParaRPr/>
          </a:p>
          <a:p>
            <a:pPr indent="0" lvl="0" marL="0" rtl="0" algn="l">
              <a:spcBef>
                <a:spcPts val="0"/>
              </a:spcBef>
              <a:spcAft>
                <a:spcPts val="0"/>
              </a:spcAft>
              <a:buClr>
                <a:schemeClr val="lt1"/>
              </a:buClr>
              <a:buSzPts val="1100"/>
              <a:buNone/>
            </a:pPr>
            <a:r>
              <a:t/>
            </a:r>
            <a:endParaRPr/>
          </a:p>
        </p:txBody>
      </p:sp>
      <p:sp>
        <p:nvSpPr>
          <p:cNvPr id="326" name="Google Shape;326;p40"/>
          <p:cNvSpPr txBox="1"/>
          <p:nvPr>
            <p:ph idx="8" type="subTitle"/>
          </p:nvPr>
        </p:nvSpPr>
        <p:spPr>
          <a:xfrm>
            <a:off x="271825" y="17974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01</a:t>
            </a:r>
            <a:endParaRPr/>
          </a:p>
        </p:txBody>
      </p:sp>
      <p:sp>
        <p:nvSpPr>
          <p:cNvPr id="327" name="Google Shape;327;p40"/>
          <p:cNvSpPr txBox="1"/>
          <p:nvPr>
            <p:ph idx="9" type="subTitle"/>
          </p:nvPr>
        </p:nvSpPr>
        <p:spPr>
          <a:xfrm>
            <a:off x="4858700" y="17974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04</a:t>
            </a:r>
            <a:endParaRPr/>
          </a:p>
        </p:txBody>
      </p:sp>
      <p:sp>
        <p:nvSpPr>
          <p:cNvPr id="328" name="Google Shape;328;p40"/>
          <p:cNvSpPr txBox="1"/>
          <p:nvPr>
            <p:ph idx="13" type="subTitle"/>
          </p:nvPr>
        </p:nvSpPr>
        <p:spPr>
          <a:xfrm>
            <a:off x="271825" y="27352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02</a:t>
            </a:r>
            <a:endParaRPr/>
          </a:p>
        </p:txBody>
      </p:sp>
      <p:sp>
        <p:nvSpPr>
          <p:cNvPr id="329" name="Google Shape;329;p40"/>
          <p:cNvSpPr txBox="1"/>
          <p:nvPr>
            <p:ph idx="14" type="subTitle"/>
          </p:nvPr>
        </p:nvSpPr>
        <p:spPr>
          <a:xfrm>
            <a:off x="271825" y="36730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03</a:t>
            </a:r>
            <a:endParaRPr/>
          </a:p>
        </p:txBody>
      </p:sp>
      <p:sp>
        <p:nvSpPr>
          <p:cNvPr id="330" name="Google Shape;330;p40"/>
          <p:cNvSpPr txBox="1"/>
          <p:nvPr>
            <p:ph idx="15" type="subTitle"/>
          </p:nvPr>
        </p:nvSpPr>
        <p:spPr>
          <a:xfrm>
            <a:off x="4858700" y="27352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05</a:t>
            </a:r>
            <a:endParaRPr/>
          </a:p>
        </p:txBody>
      </p:sp>
      <p:sp>
        <p:nvSpPr>
          <p:cNvPr id="331" name="Google Shape;331;p40"/>
          <p:cNvSpPr txBox="1"/>
          <p:nvPr>
            <p:ph idx="16" type="subTitle"/>
          </p:nvPr>
        </p:nvSpPr>
        <p:spPr>
          <a:xfrm>
            <a:off x="4858700" y="3673000"/>
            <a:ext cx="1809900" cy="13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06</a:t>
            </a:r>
            <a:endParaRPr/>
          </a:p>
        </p:txBody>
      </p:sp>
      <p:sp>
        <p:nvSpPr>
          <p:cNvPr id="332" name="Google Shape;332;p40"/>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336" name="Shape 336"/>
        <p:cNvGrpSpPr/>
        <p:nvPr/>
      </p:nvGrpSpPr>
      <p:grpSpPr>
        <a:xfrm>
          <a:off x="0" y="0"/>
          <a:ext cx="0" cy="0"/>
          <a:chOff x="0" y="0"/>
          <a:chExt cx="0" cy="0"/>
        </a:xfrm>
      </p:grpSpPr>
      <p:sp>
        <p:nvSpPr>
          <p:cNvPr id="337" name="Google Shape;337;p41"/>
          <p:cNvSpPr/>
          <p:nvPr/>
        </p:nvSpPr>
        <p:spPr>
          <a:xfrm>
            <a:off x="261900" y="348600"/>
            <a:ext cx="8620200" cy="44463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ato"/>
              <a:ea typeface="Lato"/>
              <a:cs typeface="Lato"/>
              <a:sym typeface="Lato"/>
            </a:endParaRPr>
          </a:p>
        </p:txBody>
      </p:sp>
      <p:sp>
        <p:nvSpPr>
          <p:cNvPr id="338" name="Google Shape;338;p41"/>
          <p:cNvSpPr txBox="1"/>
          <p:nvPr>
            <p:ph idx="5" type="body"/>
          </p:nvPr>
        </p:nvSpPr>
        <p:spPr>
          <a:xfrm>
            <a:off x="486368" y="1178969"/>
            <a:ext cx="1672800" cy="861900"/>
          </a:xfrm>
          <a:prstGeom prst="rect">
            <a:avLst/>
          </a:prstGeom>
        </p:spPr>
        <p:txBody>
          <a:bodyPr anchorCtr="0" anchor="t" bIns="0" lIns="0" spcFirstLastPara="1" rIns="0" wrap="square" tIns="0">
            <a:spAutoFit/>
          </a:bodyPr>
          <a:lstStyle/>
          <a:p>
            <a:pPr indent="0" lvl="0" marL="0" rtl="0" algn="l">
              <a:lnSpc>
                <a:spcPct val="115000"/>
              </a:lnSpc>
              <a:spcBef>
                <a:spcPts val="0"/>
              </a:spcBef>
              <a:spcAft>
                <a:spcPts val="0"/>
              </a:spcAft>
              <a:buNone/>
            </a:pPr>
            <a:r>
              <a:rPr lang="en"/>
              <a:t>Formal reports cannot be written and published  fast enough to provide up-to-date information on where to send supplies and staff.</a:t>
            </a:r>
            <a:endParaRPr/>
          </a:p>
        </p:txBody>
      </p:sp>
      <p:sp>
        <p:nvSpPr>
          <p:cNvPr id="339" name="Google Shape;339;p41"/>
          <p:cNvSpPr txBox="1"/>
          <p:nvPr>
            <p:ph idx="1" type="subTitle"/>
          </p:nvPr>
        </p:nvSpPr>
        <p:spPr>
          <a:xfrm>
            <a:off x="453849" y="729750"/>
            <a:ext cx="3965400" cy="57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300"/>
              <a:t>Global c</a:t>
            </a:r>
            <a:r>
              <a:rPr lang="en" sz="2300"/>
              <a:t>rises are fast-moving</a:t>
            </a:r>
            <a:endParaRPr sz="2300"/>
          </a:p>
        </p:txBody>
      </p:sp>
      <p:sp>
        <p:nvSpPr>
          <p:cNvPr id="340" name="Google Shape;340;p41"/>
          <p:cNvSpPr txBox="1"/>
          <p:nvPr>
            <p:ph idx="3" type="subTitle"/>
          </p:nvPr>
        </p:nvSpPr>
        <p:spPr>
          <a:xfrm>
            <a:off x="5136050" y="729750"/>
            <a:ext cx="3554100" cy="575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2300"/>
              <a:t>Information can </a:t>
            </a:r>
            <a:r>
              <a:rPr lang="en" sz="2300"/>
              <a:t>be</a:t>
            </a:r>
            <a:r>
              <a:rPr lang="en" sz="2300"/>
              <a:t> left out</a:t>
            </a:r>
            <a:endParaRPr sz="2300"/>
          </a:p>
        </p:txBody>
      </p:sp>
      <p:sp>
        <p:nvSpPr>
          <p:cNvPr id="341" name="Google Shape;341;p41"/>
          <p:cNvSpPr txBox="1"/>
          <p:nvPr>
            <p:ph idx="6" type="body"/>
          </p:nvPr>
        </p:nvSpPr>
        <p:spPr>
          <a:xfrm>
            <a:off x="5136043" y="1250165"/>
            <a:ext cx="2030100" cy="1215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internet contains vast amounts of  information on what is currently happening in crisis zones through social media and news articles, which is currently underutilized when considering where to dispatch aid.</a:t>
            </a:r>
            <a:endParaRPr/>
          </a:p>
        </p:txBody>
      </p:sp>
      <p:cxnSp>
        <p:nvCxnSpPr>
          <p:cNvPr id="342" name="Google Shape;342;p41"/>
          <p:cNvCxnSpPr/>
          <p:nvPr/>
        </p:nvCxnSpPr>
        <p:spPr>
          <a:xfrm>
            <a:off x="2286063" y="3191740"/>
            <a:ext cx="4180200" cy="0"/>
          </a:xfrm>
          <a:prstGeom prst="straightConnector1">
            <a:avLst/>
          </a:prstGeom>
          <a:noFill/>
          <a:ln cap="flat" cmpd="sng" w="9525">
            <a:solidFill>
              <a:schemeClr val="lt2"/>
            </a:solidFill>
            <a:prstDash val="solid"/>
            <a:round/>
            <a:headEnd len="med" w="med" type="none"/>
            <a:tailEnd len="med" w="med" type="none"/>
          </a:ln>
        </p:spPr>
      </p:cxnSp>
      <p:sp>
        <p:nvSpPr>
          <p:cNvPr id="343" name="Google Shape;343;p41"/>
          <p:cNvSpPr txBox="1"/>
          <p:nvPr>
            <p:ph type="title"/>
          </p:nvPr>
        </p:nvSpPr>
        <p:spPr>
          <a:xfrm>
            <a:off x="420750" y="3730875"/>
            <a:ext cx="8396400" cy="3924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sz="3000"/>
              <a:t>How can more current information be provided?</a:t>
            </a:r>
            <a:endParaRPr sz="3000"/>
          </a:p>
        </p:txBody>
      </p:sp>
      <p:sp>
        <p:nvSpPr>
          <p:cNvPr id="344" name="Google Shape;344;p41"/>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8" name="Shape 348"/>
        <p:cNvGrpSpPr/>
        <p:nvPr/>
      </p:nvGrpSpPr>
      <p:grpSpPr>
        <a:xfrm>
          <a:off x="0" y="0"/>
          <a:ext cx="0" cy="0"/>
          <a:chOff x="0" y="0"/>
          <a:chExt cx="0" cy="0"/>
        </a:xfrm>
      </p:grpSpPr>
      <p:cxnSp>
        <p:nvCxnSpPr>
          <p:cNvPr id="349" name="Google Shape;349;p42"/>
          <p:cNvCxnSpPr/>
          <p:nvPr/>
        </p:nvCxnSpPr>
        <p:spPr>
          <a:xfrm rot="10800000">
            <a:off x="285600" y="1621525"/>
            <a:ext cx="8574000" cy="0"/>
          </a:xfrm>
          <a:prstGeom prst="straightConnector1">
            <a:avLst/>
          </a:prstGeom>
          <a:noFill/>
          <a:ln cap="flat" cmpd="sng" w="9525">
            <a:solidFill>
              <a:schemeClr val="dk1"/>
            </a:solidFill>
            <a:prstDash val="solid"/>
            <a:round/>
            <a:headEnd len="med" w="med" type="none"/>
            <a:tailEnd len="med" w="med" type="none"/>
          </a:ln>
        </p:spPr>
      </p:cxnSp>
      <p:sp>
        <p:nvSpPr>
          <p:cNvPr id="350" name="Google Shape;350;p42"/>
          <p:cNvSpPr txBox="1"/>
          <p:nvPr>
            <p:ph type="title"/>
          </p:nvPr>
        </p:nvSpPr>
        <p:spPr>
          <a:xfrm>
            <a:off x="276075" y="457200"/>
            <a:ext cx="3618900" cy="1052700"/>
          </a:xfrm>
          <a:prstGeom prst="rect">
            <a:avLst/>
          </a:prstGeom>
          <a:noFill/>
        </p:spPr>
        <p:txBody>
          <a:bodyPr anchorCtr="0" anchor="t" bIns="0" lIns="0" spcFirstLastPara="1" rIns="0" wrap="square" tIns="0">
            <a:spAutoFit/>
          </a:bodyPr>
          <a:lstStyle/>
          <a:p>
            <a:pPr indent="0" lvl="0" marL="0" rtl="0" algn="l">
              <a:spcBef>
                <a:spcPts val="0"/>
              </a:spcBef>
              <a:spcAft>
                <a:spcPts val="0"/>
              </a:spcAft>
              <a:buNone/>
            </a:pPr>
            <a:r>
              <a:rPr b="1" lang="en" sz="3800">
                <a:solidFill>
                  <a:schemeClr val="dk1"/>
                </a:solidFill>
              </a:rPr>
              <a:t>Problem Statement</a:t>
            </a:r>
            <a:endParaRPr b="1" sz="3800">
              <a:solidFill>
                <a:schemeClr val="dk1"/>
              </a:solidFill>
            </a:endParaRPr>
          </a:p>
        </p:txBody>
      </p:sp>
      <p:sp>
        <p:nvSpPr>
          <p:cNvPr id="351" name="Google Shape;351;p42"/>
          <p:cNvSpPr txBox="1"/>
          <p:nvPr>
            <p:ph idx="2" type="body"/>
          </p:nvPr>
        </p:nvSpPr>
        <p:spPr>
          <a:xfrm>
            <a:off x="252300" y="2778562"/>
            <a:ext cx="4272600" cy="1702500"/>
          </a:xfrm>
          <a:prstGeom prst="rect">
            <a:avLst/>
          </a:prstGeom>
        </p:spPr>
        <p:txBody>
          <a:bodyPr anchorCtr="0" anchor="t" bIns="0" lIns="0" spcFirstLastPara="1" rIns="0" wrap="square" tIns="0">
            <a:spAutoFit/>
          </a:bodyPr>
          <a:lstStyle/>
          <a:p>
            <a:pPr indent="-317500" lvl="0" marL="457200" rtl="0" algn="l">
              <a:spcBef>
                <a:spcPts val="0"/>
              </a:spcBef>
              <a:spcAft>
                <a:spcPts val="0"/>
              </a:spcAft>
              <a:buClr>
                <a:schemeClr val="dk1"/>
              </a:buClr>
              <a:buSzPts val="1400"/>
              <a:buFont typeface="Playfair Display"/>
              <a:buChar char="●"/>
            </a:pPr>
            <a:r>
              <a:rPr lang="en" sz="1400">
                <a:solidFill>
                  <a:schemeClr val="dk1"/>
                </a:solidFill>
                <a:latin typeface="Playfair Display"/>
                <a:ea typeface="Playfair Display"/>
                <a:cs typeface="Playfair Display"/>
                <a:sym typeface="Playfair Display"/>
              </a:rPr>
              <a:t>Global conflict data is generated continuously and at high volume</a:t>
            </a:r>
            <a:endParaRPr sz="1400">
              <a:solidFill>
                <a:schemeClr val="dk1"/>
              </a:solidFill>
              <a:latin typeface="Playfair Display"/>
              <a:ea typeface="Playfair Display"/>
              <a:cs typeface="Playfair Display"/>
              <a:sym typeface="Playfair Display"/>
            </a:endParaRPr>
          </a:p>
          <a:p>
            <a:pPr indent="-317500" lvl="0" marL="457200" rtl="0" algn="l">
              <a:spcBef>
                <a:spcPts val="0"/>
              </a:spcBef>
              <a:spcAft>
                <a:spcPts val="0"/>
              </a:spcAft>
              <a:buClr>
                <a:schemeClr val="dk1"/>
              </a:buClr>
              <a:buSzPts val="1400"/>
              <a:buFont typeface="Playfair Display"/>
              <a:buChar char="●"/>
            </a:pPr>
            <a:r>
              <a:rPr lang="en" sz="1400">
                <a:solidFill>
                  <a:schemeClr val="dk1"/>
                </a:solidFill>
                <a:latin typeface="Playfair Display"/>
                <a:ea typeface="Playfair Display"/>
                <a:cs typeface="Playfair Display"/>
                <a:sym typeface="Playfair Display"/>
              </a:rPr>
              <a:t>Traditional batch systems fail to capture real-time changes</a:t>
            </a:r>
            <a:endParaRPr sz="1400">
              <a:solidFill>
                <a:schemeClr val="dk1"/>
              </a:solidFill>
              <a:latin typeface="Playfair Display"/>
              <a:ea typeface="Playfair Display"/>
              <a:cs typeface="Playfair Display"/>
              <a:sym typeface="Playfair Display"/>
            </a:endParaRPr>
          </a:p>
          <a:p>
            <a:pPr indent="-317500" lvl="0" marL="457200" rtl="0" algn="l">
              <a:spcBef>
                <a:spcPts val="0"/>
              </a:spcBef>
              <a:spcAft>
                <a:spcPts val="0"/>
              </a:spcAft>
              <a:buClr>
                <a:schemeClr val="dk1"/>
              </a:buClr>
              <a:buSzPts val="1400"/>
              <a:buFont typeface="Playfair Display"/>
              <a:buChar char="●"/>
            </a:pPr>
            <a:r>
              <a:rPr lang="en" sz="1400">
                <a:solidFill>
                  <a:schemeClr val="dk1"/>
                </a:solidFill>
                <a:latin typeface="Playfair Display"/>
                <a:ea typeface="Playfair Display"/>
                <a:cs typeface="Playfair Display"/>
                <a:sym typeface="Playfair Display"/>
              </a:rPr>
              <a:t>Organizations lack tools to monitor conflict intensity and trends dynamically</a:t>
            </a:r>
            <a:endParaRPr sz="1400">
              <a:solidFill>
                <a:schemeClr val="dk1"/>
              </a:solidFill>
              <a:latin typeface="Playfair Display"/>
              <a:ea typeface="Playfair Display"/>
              <a:cs typeface="Playfair Display"/>
              <a:sym typeface="Playfair Display"/>
            </a:endParaRPr>
          </a:p>
          <a:p>
            <a:pPr indent="0" lvl="0" marL="0" rtl="0" algn="l">
              <a:spcBef>
                <a:spcPts val="0"/>
              </a:spcBef>
              <a:spcAft>
                <a:spcPts val="0"/>
              </a:spcAft>
              <a:buNone/>
            </a:pPr>
            <a:r>
              <a:t/>
            </a:r>
            <a:endParaRPr sz="1400">
              <a:solidFill>
                <a:schemeClr val="dk1"/>
              </a:solidFill>
              <a:latin typeface="Playfair Display"/>
              <a:ea typeface="Playfair Display"/>
              <a:cs typeface="Playfair Display"/>
              <a:sym typeface="Playfair Display"/>
            </a:endParaRPr>
          </a:p>
        </p:txBody>
      </p:sp>
      <p:sp>
        <p:nvSpPr>
          <p:cNvPr id="352" name="Google Shape;352;p42"/>
          <p:cNvSpPr txBox="1"/>
          <p:nvPr>
            <p:ph idx="2" type="body"/>
          </p:nvPr>
        </p:nvSpPr>
        <p:spPr>
          <a:xfrm>
            <a:off x="252300" y="1801500"/>
            <a:ext cx="8796600" cy="5295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b="1" lang="en" sz="1600">
                <a:solidFill>
                  <a:schemeClr val="dk1"/>
                </a:solidFill>
                <a:latin typeface="Playfair Display"/>
                <a:ea typeface="Playfair Display"/>
                <a:cs typeface="Playfair Display"/>
                <a:sym typeface="Playfair Display"/>
              </a:rPr>
              <a:t>Organizations struggle to monitor global conflict in real time with existing tools, leading to delays in transmission of information.</a:t>
            </a:r>
            <a:endParaRPr b="1" sz="1600">
              <a:solidFill>
                <a:schemeClr val="dk1"/>
              </a:solidFill>
              <a:latin typeface="Playfair Display"/>
              <a:ea typeface="Playfair Display"/>
              <a:cs typeface="Playfair Display"/>
              <a:sym typeface="Playfair Display"/>
            </a:endParaRPr>
          </a:p>
        </p:txBody>
      </p:sp>
      <p:sp>
        <p:nvSpPr>
          <p:cNvPr id="353" name="Google Shape;353;p42"/>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pic>
        <p:nvPicPr>
          <p:cNvPr descr="Global communication network. Worldwide business. and recruitment. 3D rendering. (Provided by Getty Images)" id="358" name="Google Shape;358;p43"/>
          <p:cNvPicPr preferRelativeResize="0"/>
          <p:nvPr>
            <p:ph idx="2" type="pic"/>
          </p:nvPr>
        </p:nvPicPr>
        <p:blipFill rotWithShape="1">
          <a:blip r:embed="rId3">
            <a:alphaModFix/>
          </a:blip>
          <a:srcRect b="0" l="32310" r="32310" t="0"/>
          <a:stretch/>
        </p:blipFill>
        <p:spPr>
          <a:xfrm>
            <a:off x="0" y="0"/>
            <a:ext cx="4348800" cy="5143500"/>
          </a:xfrm>
          <a:prstGeom prst="rect">
            <a:avLst/>
          </a:prstGeom>
        </p:spPr>
      </p:pic>
      <p:sp>
        <p:nvSpPr>
          <p:cNvPr id="359" name="Google Shape;359;p43"/>
          <p:cNvSpPr txBox="1"/>
          <p:nvPr>
            <p:ph type="title"/>
          </p:nvPr>
        </p:nvSpPr>
        <p:spPr>
          <a:xfrm>
            <a:off x="4618950" y="457200"/>
            <a:ext cx="42516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The Solution </a:t>
            </a:r>
            <a:endParaRPr/>
          </a:p>
        </p:txBody>
      </p:sp>
      <p:sp>
        <p:nvSpPr>
          <p:cNvPr id="360" name="Google Shape;360;p43"/>
          <p:cNvSpPr txBox="1"/>
          <p:nvPr>
            <p:ph idx="3" type="subTitle"/>
          </p:nvPr>
        </p:nvSpPr>
        <p:spPr>
          <a:xfrm>
            <a:off x="4677000" y="1337725"/>
            <a:ext cx="4251600" cy="1826100"/>
          </a:xfrm>
          <a:prstGeom prst="rect">
            <a:avLst/>
          </a:prstGeom>
          <a:noFill/>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1800"/>
              <a:t>Analyze open source news data to </a:t>
            </a:r>
            <a:r>
              <a:rPr lang="en" sz="1800"/>
              <a:t>detect</a:t>
            </a:r>
            <a:r>
              <a:rPr lang="en" sz="1800"/>
              <a:t> shifts in intensity with the goal of providing earlier warnings and quicker updates than traditional situation reports.</a:t>
            </a:r>
            <a:endParaRPr sz="1800"/>
          </a:p>
        </p:txBody>
      </p:sp>
      <p:sp>
        <p:nvSpPr>
          <p:cNvPr id="361" name="Google Shape;361;p43"/>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65" name="Shape 365"/>
        <p:cNvGrpSpPr/>
        <p:nvPr/>
      </p:nvGrpSpPr>
      <p:grpSpPr>
        <a:xfrm>
          <a:off x="0" y="0"/>
          <a:ext cx="0" cy="0"/>
          <a:chOff x="0" y="0"/>
          <a:chExt cx="0" cy="0"/>
        </a:xfrm>
      </p:grpSpPr>
      <p:sp>
        <p:nvSpPr>
          <p:cNvPr id="366" name="Google Shape;366;p44"/>
          <p:cNvSpPr txBox="1"/>
          <p:nvPr>
            <p:ph type="title"/>
          </p:nvPr>
        </p:nvSpPr>
        <p:spPr>
          <a:xfrm>
            <a:off x="276075" y="457200"/>
            <a:ext cx="64329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The Data</a:t>
            </a:r>
            <a:endParaRPr/>
          </a:p>
        </p:txBody>
      </p:sp>
      <p:sp>
        <p:nvSpPr>
          <p:cNvPr id="367" name="Google Shape;367;p44"/>
          <p:cNvSpPr txBox="1"/>
          <p:nvPr/>
        </p:nvSpPr>
        <p:spPr>
          <a:xfrm>
            <a:off x="154650" y="942975"/>
            <a:ext cx="8715600" cy="969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latin typeface="Playfair Display"/>
                <a:ea typeface="Playfair Display"/>
                <a:cs typeface="Playfair Display"/>
                <a:sym typeface="Playfair Display"/>
              </a:rPr>
              <a:t>The GDELT Project (Global Database of Events, Language, and Tone) is a real-time open-data platform that monitors the world’s news media across broadcast, print, and web sources in over 100 languages.</a:t>
            </a:r>
            <a:endParaRPr sz="1700">
              <a:latin typeface="Playfair Display"/>
              <a:ea typeface="Playfair Display"/>
              <a:cs typeface="Playfair Display"/>
              <a:sym typeface="Playfair Display"/>
            </a:endParaRPr>
          </a:p>
        </p:txBody>
      </p:sp>
      <p:sp>
        <p:nvSpPr>
          <p:cNvPr id="368" name="Google Shape;368;p44"/>
          <p:cNvSpPr txBox="1"/>
          <p:nvPr/>
        </p:nvSpPr>
        <p:spPr>
          <a:xfrm>
            <a:off x="493425" y="2032050"/>
            <a:ext cx="4306200" cy="26628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SzPts val="1700"/>
              <a:buFont typeface="Playfair Display"/>
              <a:buChar char="●"/>
            </a:pPr>
            <a:r>
              <a:rPr lang="en" sz="1700">
                <a:latin typeface="Playfair Display"/>
                <a:ea typeface="Playfair Display"/>
                <a:cs typeface="Playfair Display"/>
                <a:sym typeface="Playfair Display"/>
              </a:rPr>
              <a:t>Each record represents a single news-reported event between two actors</a:t>
            </a:r>
            <a:endParaRPr sz="1700">
              <a:latin typeface="Playfair Display"/>
              <a:ea typeface="Playfair Display"/>
              <a:cs typeface="Playfair Display"/>
              <a:sym typeface="Playfair Display"/>
            </a:endParaRPr>
          </a:p>
          <a:p>
            <a:pPr indent="-336550" lvl="0" marL="457200" rtl="0" algn="l">
              <a:spcBef>
                <a:spcPts val="1000"/>
              </a:spcBef>
              <a:spcAft>
                <a:spcPts val="0"/>
              </a:spcAft>
              <a:buSzPts val="1700"/>
              <a:buFont typeface="Playfair Display"/>
              <a:buChar char="●"/>
            </a:pPr>
            <a:r>
              <a:rPr lang="en" sz="1700">
                <a:latin typeface="Playfair Display"/>
                <a:ea typeface="Playfair Display"/>
                <a:cs typeface="Playfair Display"/>
                <a:sym typeface="Playfair Display"/>
              </a:rPr>
              <a:t>Updated every 15 minutes, 24/7</a:t>
            </a:r>
            <a:endParaRPr sz="1700">
              <a:latin typeface="Playfair Display"/>
              <a:ea typeface="Playfair Display"/>
              <a:cs typeface="Playfair Display"/>
              <a:sym typeface="Playfair Display"/>
            </a:endParaRPr>
          </a:p>
          <a:p>
            <a:pPr indent="-336550" lvl="0" marL="457200" rtl="0" algn="l">
              <a:spcBef>
                <a:spcPts val="1000"/>
              </a:spcBef>
              <a:spcAft>
                <a:spcPts val="0"/>
              </a:spcAft>
              <a:buSzPts val="1700"/>
              <a:buFont typeface="Playfair Display"/>
              <a:buChar char="●"/>
            </a:pPr>
            <a:r>
              <a:rPr lang="en" sz="1700">
                <a:latin typeface="Playfair Display"/>
                <a:ea typeface="Playfair Display"/>
                <a:cs typeface="Playfair Display"/>
                <a:sym typeface="Playfair Display"/>
              </a:rPr>
              <a:t>Covers events from 1979 to present</a:t>
            </a:r>
            <a:endParaRPr sz="1700">
              <a:latin typeface="Playfair Display"/>
              <a:ea typeface="Playfair Display"/>
              <a:cs typeface="Playfair Display"/>
              <a:sym typeface="Playfair Display"/>
            </a:endParaRPr>
          </a:p>
          <a:p>
            <a:pPr indent="-336550" lvl="0" marL="457200" rtl="0" algn="l">
              <a:spcBef>
                <a:spcPts val="1000"/>
              </a:spcBef>
              <a:spcAft>
                <a:spcPts val="1000"/>
              </a:spcAft>
              <a:buSzPts val="1700"/>
              <a:buFont typeface="Playfair Display"/>
              <a:buChar char="●"/>
            </a:pPr>
            <a:r>
              <a:rPr lang="en" sz="1700">
                <a:latin typeface="Playfair Display"/>
                <a:ea typeface="Playfair Display"/>
                <a:cs typeface="Playfair Display"/>
                <a:sym typeface="Playfair Display"/>
              </a:rPr>
              <a:t>Structured using the CAMEO (Conflict and Mediation Event Observations) coding framework</a:t>
            </a:r>
            <a:endParaRPr sz="1200">
              <a:solidFill>
                <a:schemeClr val="lt1"/>
              </a:solidFill>
              <a:latin typeface="Lato"/>
              <a:ea typeface="Lato"/>
              <a:cs typeface="Lato"/>
              <a:sym typeface="Lato"/>
            </a:endParaRPr>
          </a:p>
        </p:txBody>
      </p:sp>
      <p:pic>
        <p:nvPicPr>
          <p:cNvPr id="369" name="Google Shape;369;p44"/>
          <p:cNvPicPr preferRelativeResize="0"/>
          <p:nvPr/>
        </p:nvPicPr>
        <p:blipFill>
          <a:blip r:embed="rId3">
            <a:alphaModFix/>
          </a:blip>
          <a:stretch>
            <a:fillRect/>
          </a:stretch>
        </p:blipFill>
        <p:spPr>
          <a:xfrm>
            <a:off x="5339738" y="1900388"/>
            <a:ext cx="2926126" cy="2926126"/>
          </a:xfrm>
          <a:prstGeom prst="rect">
            <a:avLst/>
          </a:prstGeom>
          <a:noFill/>
          <a:ln>
            <a:noFill/>
          </a:ln>
        </p:spPr>
      </p:pic>
      <p:pic>
        <p:nvPicPr>
          <p:cNvPr id="370" name="Google Shape;370;p44"/>
          <p:cNvPicPr preferRelativeResize="0"/>
          <p:nvPr/>
        </p:nvPicPr>
        <p:blipFill>
          <a:blip r:embed="rId4">
            <a:alphaModFix/>
          </a:blip>
          <a:stretch>
            <a:fillRect/>
          </a:stretch>
        </p:blipFill>
        <p:spPr>
          <a:xfrm>
            <a:off x="6460900" y="0"/>
            <a:ext cx="2683100" cy="414350"/>
          </a:xfrm>
          <a:prstGeom prst="rect">
            <a:avLst/>
          </a:prstGeom>
          <a:noFill/>
          <a:ln>
            <a:noFill/>
          </a:ln>
        </p:spPr>
      </p:pic>
      <p:sp>
        <p:nvSpPr>
          <p:cNvPr id="371" name="Google Shape;371;p44"/>
          <p:cNvSpPr txBox="1"/>
          <p:nvPr/>
        </p:nvSpPr>
        <p:spPr>
          <a:xfrm>
            <a:off x="7566600" y="414350"/>
            <a:ext cx="15774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lt1"/>
                </a:solidFill>
                <a:latin typeface="Playfair Display"/>
                <a:ea typeface="Playfair Display"/>
                <a:cs typeface="Playfair Display"/>
                <a:sym typeface="Playfair Display"/>
              </a:rPr>
              <a:t>https://www.gdeltproject.org/</a:t>
            </a:r>
            <a:endParaRPr sz="800">
              <a:solidFill>
                <a:schemeClr val="lt1"/>
              </a:solidFill>
              <a:latin typeface="Playfair Display"/>
              <a:ea typeface="Playfair Display"/>
              <a:cs typeface="Playfair Display"/>
              <a:sym typeface="Playfair Display"/>
            </a:endParaRPr>
          </a:p>
        </p:txBody>
      </p:sp>
      <p:sp>
        <p:nvSpPr>
          <p:cNvPr id="372" name="Google Shape;372;p44"/>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76" name="Shape 376"/>
        <p:cNvGrpSpPr/>
        <p:nvPr/>
      </p:nvGrpSpPr>
      <p:grpSpPr>
        <a:xfrm>
          <a:off x="0" y="0"/>
          <a:ext cx="0" cy="0"/>
          <a:chOff x="0" y="0"/>
          <a:chExt cx="0" cy="0"/>
        </a:xfrm>
      </p:grpSpPr>
      <p:sp>
        <p:nvSpPr>
          <p:cNvPr id="377" name="Google Shape;377;p45"/>
          <p:cNvSpPr txBox="1"/>
          <p:nvPr>
            <p:ph type="title"/>
          </p:nvPr>
        </p:nvSpPr>
        <p:spPr>
          <a:xfrm>
            <a:off x="276075" y="457188"/>
            <a:ext cx="64329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Key Columns</a:t>
            </a:r>
            <a:endParaRPr/>
          </a:p>
        </p:txBody>
      </p:sp>
      <p:sp>
        <p:nvSpPr>
          <p:cNvPr id="378" name="Google Shape;378;p45"/>
          <p:cNvSpPr/>
          <p:nvPr/>
        </p:nvSpPr>
        <p:spPr>
          <a:xfrm>
            <a:off x="540388" y="2478400"/>
            <a:ext cx="1359900" cy="2205300"/>
          </a:xfrm>
          <a:prstGeom prst="roundRect">
            <a:avLst>
              <a:gd fmla="val 16667" name="adj"/>
            </a:avLst>
          </a:prstGeom>
          <a:solidFill>
            <a:srgbClr val="ABB6CE"/>
          </a:solidFill>
          <a:ln>
            <a:noFill/>
          </a:ln>
          <a:effectLst>
            <a:outerShdw blurRad="157163" rotWithShape="0" algn="bl" dir="1740000" dist="57150">
              <a:schemeClr val="accent3">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Playfair Display"/>
                <a:ea typeface="Playfair Display"/>
                <a:cs typeface="Playfair Display"/>
                <a:sym typeface="Playfair Display"/>
              </a:rPr>
              <a:t>Event Code</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100">
                <a:solidFill>
                  <a:schemeClr val="dk1"/>
                </a:solidFill>
                <a:latin typeface="Playfair Display"/>
                <a:ea typeface="Playfair Display"/>
                <a:cs typeface="Playfair Display"/>
                <a:sym typeface="Playfair Display"/>
              </a:rPr>
              <a:t>Type of Event (armed assault, ceasefire)</a:t>
            </a:r>
            <a:endParaRPr b="1" sz="1100">
              <a:solidFill>
                <a:schemeClr val="dk1"/>
              </a:solidFill>
              <a:latin typeface="Playfair Display"/>
              <a:ea typeface="Playfair Display"/>
              <a:cs typeface="Playfair Display"/>
              <a:sym typeface="Playfair Display"/>
            </a:endParaRPr>
          </a:p>
        </p:txBody>
      </p:sp>
      <p:sp>
        <p:nvSpPr>
          <p:cNvPr id="379" name="Google Shape;379;p45"/>
          <p:cNvSpPr/>
          <p:nvPr/>
        </p:nvSpPr>
        <p:spPr>
          <a:xfrm>
            <a:off x="5661288" y="2478401"/>
            <a:ext cx="1359900" cy="2205300"/>
          </a:xfrm>
          <a:prstGeom prst="roundRect">
            <a:avLst>
              <a:gd fmla="val 16667" name="adj"/>
            </a:avLst>
          </a:prstGeom>
          <a:solidFill>
            <a:srgbClr val="ABB6CE"/>
          </a:solidFill>
          <a:ln>
            <a:noFill/>
          </a:ln>
          <a:effectLst>
            <a:outerShdw blurRad="157163" rotWithShape="0" algn="bl" dir="1740000" dist="57150">
              <a:schemeClr val="accent3">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700">
                <a:solidFill>
                  <a:schemeClr val="dk1"/>
                </a:solidFill>
                <a:latin typeface="Playfair Display"/>
                <a:ea typeface="Playfair Display"/>
                <a:cs typeface="Playfair Display"/>
                <a:sym typeface="Playfair Display"/>
              </a:rPr>
              <a:t>Goldstein Scale</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200">
                <a:solidFill>
                  <a:schemeClr val="dk1"/>
                </a:solidFill>
                <a:latin typeface="Playfair Display"/>
                <a:ea typeface="Playfair Display"/>
                <a:cs typeface="Playfair Display"/>
                <a:sym typeface="Playfair Display"/>
              </a:rPr>
              <a:t>Stability rating from -10 to + 10</a:t>
            </a:r>
            <a:endParaRPr b="1" sz="12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p:txBody>
      </p:sp>
      <p:sp>
        <p:nvSpPr>
          <p:cNvPr id="380" name="Google Shape;380;p45"/>
          <p:cNvSpPr/>
          <p:nvPr/>
        </p:nvSpPr>
        <p:spPr>
          <a:xfrm>
            <a:off x="7368238" y="2478401"/>
            <a:ext cx="1288200" cy="2205300"/>
          </a:xfrm>
          <a:prstGeom prst="roundRect">
            <a:avLst>
              <a:gd fmla="val 16667" name="adj"/>
            </a:avLst>
          </a:prstGeom>
          <a:solidFill>
            <a:srgbClr val="ABB6CE"/>
          </a:solidFill>
          <a:ln>
            <a:noFill/>
          </a:ln>
          <a:effectLst>
            <a:outerShdw blurRad="157163" rotWithShape="0" algn="bl" dir="1740000" dist="57150">
              <a:schemeClr val="accent3">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700">
                <a:solidFill>
                  <a:schemeClr val="dk1"/>
                </a:solidFill>
                <a:latin typeface="Playfair Display"/>
                <a:ea typeface="Playfair Display"/>
                <a:cs typeface="Playfair Display"/>
                <a:sym typeface="Playfair Display"/>
              </a:rPr>
              <a:t>Mentions</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200">
                <a:solidFill>
                  <a:schemeClr val="dk1"/>
                </a:solidFill>
                <a:latin typeface="Playfair Display"/>
                <a:ea typeface="Playfair Display"/>
                <a:cs typeface="Playfair Display"/>
                <a:sym typeface="Playfair Display"/>
              </a:rPr>
              <a:t>How widely the event was reported across sources</a:t>
            </a:r>
            <a:endParaRPr b="1" sz="12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200">
              <a:solidFill>
                <a:schemeClr val="dk1"/>
              </a:solidFill>
              <a:latin typeface="Playfair Display"/>
              <a:ea typeface="Playfair Display"/>
              <a:cs typeface="Playfair Display"/>
              <a:sym typeface="Playfair Display"/>
            </a:endParaRPr>
          </a:p>
        </p:txBody>
      </p:sp>
      <p:pic>
        <p:nvPicPr>
          <p:cNvPr id="381" name="Google Shape;381;p45"/>
          <p:cNvPicPr preferRelativeResize="0"/>
          <p:nvPr/>
        </p:nvPicPr>
        <p:blipFill>
          <a:blip r:embed="rId3">
            <a:alphaModFix/>
          </a:blip>
          <a:stretch>
            <a:fillRect/>
          </a:stretch>
        </p:blipFill>
        <p:spPr>
          <a:xfrm>
            <a:off x="199350" y="998338"/>
            <a:ext cx="8839199" cy="1146470"/>
          </a:xfrm>
          <a:prstGeom prst="rect">
            <a:avLst/>
          </a:prstGeom>
          <a:noFill/>
          <a:ln>
            <a:noFill/>
          </a:ln>
        </p:spPr>
      </p:pic>
      <p:sp>
        <p:nvSpPr>
          <p:cNvPr id="382" name="Google Shape;382;p45"/>
          <p:cNvSpPr/>
          <p:nvPr/>
        </p:nvSpPr>
        <p:spPr>
          <a:xfrm>
            <a:off x="2247363" y="2478400"/>
            <a:ext cx="1359900" cy="2205300"/>
          </a:xfrm>
          <a:prstGeom prst="roundRect">
            <a:avLst>
              <a:gd fmla="val 16667" name="adj"/>
            </a:avLst>
          </a:prstGeom>
          <a:solidFill>
            <a:srgbClr val="ABB6CE"/>
          </a:solidFill>
          <a:ln>
            <a:noFill/>
          </a:ln>
          <a:effectLst>
            <a:outerShdw blurRad="157163" rotWithShape="0" algn="bl" dir="1740000" dist="57150">
              <a:schemeClr val="accent3">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Playfair Display"/>
                <a:ea typeface="Playfair Display"/>
                <a:cs typeface="Playfair Display"/>
                <a:sym typeface="Playfair Display"/>
              </a:rPr>
              <a:t>ActionGeo</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700">
                <a:solidFill>
                  <a:schemeClr val="dk1"/>
                </a:solidFill>
                <a:latin typeface="Playfair Display"/>
                <a:ea typeface="Playfair Display"/>
                <a:cs typeface="Playfair Display"/>
                <a:sym typeface="Playfair Display"/>
              </a:rPr>
              <a:t>Country</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200">
                <a:solidFill>
                  <a:schemeClr val="dk1"/>
                </a:solidFill>
                <a:latin typeface="Playfair Display"/>
                <a:ea typeface="Playfair Display"/>
                <a:cs typeface="Playfair Display"/>
                <a:sym typeface="Playfair Display"/>
              </a:rPr>
              <a:t>Where the event took place</a:t>
            </a:r>
            <a:endParaRPr b="1" sz="1200">
              <a:solidFill>
                <a:schemeClr val="dk1"/>
              </a:solidFill>
              <a:latin typeface="Playfair Display"/>
              <a:ea typeface="Playfair Display"/>
              <a:cs typeface="Playfair Display"/>
              <a:sym typeface="Playfair Display"/>
            </a:endParaRPr>
          </a:p>
        </p:txBody>
      </p:sp>
      <p:sp>
        <p:nvSpPr>
          <p:cNvPr id="383" name="Google Shape;383;p45"/>
          <p:cNvSpPr/>
          <p:nvPr/>
        </p:nvSpPr>
        <p:spPr>
          <a:xfrm>
            <a:off x="3954313" y="2478400"/>
            <a:ext cx="1359900" cy="2205300"/>
          </a:xfrm>
          <a:prstGeom prst="roundRect">
            <a:avLst>
              <a:gd fmla="val 16667" name="adj"/>
            </a:avLst>
          </a:prstGeom>
          <a:solidFill>
            <a:srgbClr val="ABB6CE"/>
          </a:solidFill>
          <a:ln>
            <a:noFill/>
          </a:ln>
          <a:effectLst>
            <a:outerShdw blurRad="157163" rotWithShape="0" algn="bl" dir="1740000" dist="57150">
              <a:schemeClr val="accent3">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l">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700">
                <a:solidFill>
                  <a:schemeClr val="dk1"/>
                </a:solidFill>
                <a:latin typeface="Playfair Display"/>
                <a:ea typeface="Playfair Display"/>
                <a:cs typeface="Playfair Display"/>
                <a:sym typeface="Playfair Display"/>
              </a:rPr>
              <a:t>AvgTone</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7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200">
                <a:solidFill>
                  <a:schemeClr val="dk1"/>
                </a:solidFill>
                <a:latin typeface="Playfair Display"/>
                <a:ea typeface="Playfair Display"/>
                <a:cs typeface="Playfair Display"/>
                <a:sym typeface="Playfair Display"/>
              </a:rPr>
              <a:t>Sentiment of news coverage</a:t>
            </a:r>
            <a:endParaRPr b="1" sz="12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rPr b="1" lang="en" sz="1200">
                <a:solidFill>
                  <a:schemeClr val="dk1"/>
                </a:solidFill>
                <a:latin typeface="Playfair Display"/>
                <a:ea typeface="Playfair Display"/>
                <a:cs typeface="Playfair Display"/>
                <a:sym typeface="Playfair Display"/>
              </a:rPr>
              <a:t>Lower = more negative sentiment</a:t>
            </a:r>
            <a:endParaRPr b="1" sz="1200">
              <a:solidFill>
                <a:schemeClr val="dk1"/>
              </a:solidFill>
              <a:latin typeface="Playfair Display"/>
              <a:ea typeface="Playfair Display"/>
              <a:cs typeface="Playfair Display"/>
              <a:sym typeface="Playfair Display"/>
            </a:endParaRPr>
          </a:p>
          <a:p>
            <a:pPr indent="0" lvl="0" marL="0" rtl="0" algn="ctr">
              <a:spcBef>
                <a:spcPts val="0"/>
              </a:spcBef>
              <a:spcAft>
                <a:spcPts val="0"/>
              </a:spcAft>
              <a:buNone/>
            </a:pPr>
            <a:r>
              <a:t/>
            </a:r>
            <a:endParaRPr b="1" sz="1200">
              <a:solidFill>
                <a:schemeClr val="dk1"/>
              </a:solidFill>
              <a:latin typeface="Playfair Display"/>
              <a:ea typeface="Playfair Display"/>
              <a:cs typeface="Playfair Display"/>
              <a:sym typeface="Playfair Display"/>
            </a:endParaRPr>
          </a:p>
        </p:txBody>
      </p:sp>
      <p:sp>
        <p:nvSpPr>
          <p:cNvPr id="384" name="Google Shape;384;p45"/>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6"/>
          <p:cNvSpPr txBox="1"/>
          <p:nvPr>
            <p:ph type="title"/>
          </p:nvPr>
        </p:nvSpPr>
        <p:spPr>
          <a:xfrm>
            <a:off x="276075" y="457200"/>
            <a:ext cx="64329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Distress Classification Logic</a:t>
            </a:r>
            <a:endParaRPr/>
          </a:p>
        </p:txBody>
      </p:sp>
      <p:sp>
        <p:nvSpPr>
          <p:cNvPr id="390" name="Google Shape;390;p46"/>
          <p:cNvSpPr/>
          <p:nvPr/>
        </p:nvSpPr>
        <p:spPr>
          <a:xfrm>
            <a:off x="414561" y="1550889"/>
            <a:ext cx="4000200" cy="1044300"/>
          </a:xfrm>
          <a:prstGeom prst="roundRect">
            <a:avLst>
              <a:gd fmla="val 16667" name="adj"/>
            </a:avLst>
          </a:prstGeom>
          <a:solidFill>
            <a:srgbClr val="D9EAD3"/>
          </a:solidFill>
          <a:ln cap="flat" cmpd="sng" w="9925">
            <a:solidFill>
              <a:schemeClr val="dk2"/>
            </a:solidFill>
            <a:prstDash val="solid"/>
            <a:round/>
            <a:headEnd len="sm" w="sm" type="none"/>
            <a:tailEnd len="sm" w="sm" type="none"/>
          </a:ln>
        </p:spPr>
        <p:txBody>
          <a:bodyPr anchorCtr="0" anchor="ctr" bIns="95300" lIns="95300" spcFirstLastPara="1" rIns="95300" wrap="square" tIns="95300">
            <a:noAutofit/>
          </a:bodyPr>
          <a:lstStyle/>
          <a:p>
            <a:pPr indent="0" lvl="0" marL="0" rtl="0" algn="ctr">
              <a:spcBef>
                <a:spcPts val="0"/>
              </a:spcBef>
              <a:spcAft>
                <a:spcPts val="0"/>
              </a:spcAft>
              <a:buNone/>
            </a:pPr>
            <a:r>
              <a:t/>
            </a:r>
            <a:endParaRPr sz="1459">
              <a:solidFill>
                <a:schemeClr val="dk1"/>
              </a:solidFill>
              <a:latin typeface="Lato"/>
              <a:ea typeface="Lato"/>
              <a:cs typeface="Lato"/>
              <a:sym typeface="Lato"/>
            </a:endParaRPr>
          </a:p>
        </p:txBody>
      </p:sp>
      <p:sp>
        <p:nvSpPr>
          <p:cNvPr id="391" name="Google Shape;391;p46"/>
          <p:cNvSpPr txBox="1"/>
          <p:nvPr/>
        </p:nvSpPr>
        <p:spPr>
          <a:xfrm>
            <a:off x="578694" y="1898222"/>
            <a:ext cx="1260300" cy="404400"/>
          </a:xfrm>
          <a:prstGeom prst="rect">
            <a:avLst/>
          </a:prstGeom>
          <a:noFill/>
          <a:ln>
            <a:noFill/>
          </a:ln>
        </p:spPr>
        <p:txBody>
          <a:bodyPr anchorCtr="0" anchor="t" bIns="95300" lIns="95300" spcFirstLastPara="1" rIns="95300" wrap="square" tIns="95300">
            <a:noAutofit/>
          </a:bodyPr>
          <a:lstStyle/>
          <a:p>
            <a:pPr indent="0" lvl="0" marL="0" rtl="0" algn="l">
              <a:spcBef>
                <a:spcPts val="0"/>
              </a:spcBef>
              <a:spcAft>
                <a:spcPts val="0"/>
              </a:spcAft>
              <a:buNone/>
            </a:pPr>
            <a:r>
              <a:rPr lang="en" sz="1459">
                <a:solidFill>
                  <a:schemeClr val="lt1"/>
                </a:solidFill>
                <a:latin typeface="Playfair Display SemiBold"/>
                <a:ea typeface="Playfair Display SemiBold"/>
                <a:cs typeface="Playfair Display SemiBold"/>
                <a:sym typeface="Playfair Display SemiBold"/>
              </a:rPr>
              <a:t>Above -1</a:t>
            </a:r>
            <a:endParaRPr sz="1459">
              <a:solidFill>
                <a:schemeClr val="lt1"/>
              </a:solidFill>
              <a:latin typeface="Playfair Display SemiBold"/>
              <a:ea typeface="Playfair Display SemiBold"/>
              <a:cs typeface="Playfair Display SemiBold"/>
              <a:sym typeface="Playfair Display SemiBold"/>
            </a:endParaRPr>
          </a:p>
        </p:txBody>
      </p:sp>
      <p:sp>
        <p:nvSpPr>
          <p:cNvPr id="392" name="Google Shape;392;p46"/>
          <p:cNvSpPr txBox="1"/>
          <p:nvPr/>
        </p:nvSpPr>
        <p:spPr>
          <a:xfrm>
            <a:off x="1953049" y="1737938"/>
            <a:ext cx="2363700" cy="724800"/>
          </a:xfrm>
          <a:prstGeom prst="rect">
            <a:avLst/>
          </a:prstGeom>
          <a:noFill/>
          <a:ln>
            <a:noFill/>
          </a:ln>
        </p:spPr>
        <p:txBody>
          <a:bodyPr anchorCtr="0" anchor="t" bIns="95300" lIns="95300" spcFirstLastPara="1" rIns="95300" wrap="square" tIns="95300">
            <a:noAutofit/>
          </a:bodyPr>
          <a:lstStyle/>
          <a:p>
            <a:pPr indent="0" lvl="0" marL="0" rtl="0" algn="l">
              <a:spcBef>
                <a:spcPts val="0"/>
              </a:spcBef>
              <a:spcAft>
                <a:spcPts val="0"/>
              </a:spcAft>
              <a:buNone/>
            </a:pPr>
            <a:r>
              <a:rPr b="1" lang="en" sz="1251">
                <a:solidFill>
                  <a:schemeClr val="lt1"/>
                </a:solidFill>
                <a:latin typeface="Playfair Display"/>
                <a:ea typeface="Playfair Display"/>
                <a:cs typeface="Playfair Display"/>
                <a:sym typeface="Playfair Display"/>
              </a:rPr>
              <a:t>Stable </a:t>
            </a:r>
            <a:r>
              <a:rPr lang="en" sz="1251">
                <a:solidFill>
                  <a:schemeClr val="lt1"/>
                </a:solidFill>
                <a:latin typeface="Playfair Display SemiBold"/>
                <a:ea typeface="Playfair Display SemiBold"/>
                <a:cs typeface="Playfair Display SemiBold"/>
                <a:sym typeface="Playfair Display SemiBold"/>
              </a:rPr>
              <a:t>- Neutral or positive tone; no immediate concern</a:t>
            </a:r>
            <a:endParaRPr sz="1251">
              <a:solidFill>
                <a:schemeClr val="lt1"/>
              </a:solidFill>
              <a:latin typeface="Playfair Display SemiBold"/>
              <a:ea typeface="Playfair Display SemiBold"/>
              <a:cs typeface="Playfair Display SemiBold"/>
              <a:sym typeface="Playfair Display SemiBold"/>
            </a:endParaRPr>
          </a:p>
        </p:txBody>
      </p:sp>
      <p:sp>
        <p:nvSpPr>
          <p:cNvPr id="393" name="Google Shape;393;p46"/>
          <p:cNvSpPr/>
          <p:nvPr/>
        </p:nvSpPr>
        <p:spPr>
          <a:xfrm>
            <a:off x="432553" y="2595155"/>
            <a:ext cx="4000200" cy="1044300"/>
          </a:xfrm>
          <a:prstGeom prst="roundRect">
            <a:avLst>
              <a:gd fmla="val 16667" name="adj"/>
            </a:avLst>
          </a:prstGeom>
          <a:solidFill>
            <a:srgbClr val="FCE5CD"/>
          </a:solidFill>
          <a:ln cap="flat" cmpd="sng" w="9925">
            <a:solidFill>
              <a:schemeClr val="dk2"/>
            </a:solidFill>
            <a:prstDash val="solid"/>
            <a:round/>
            <a:headEnd len="sm" w="sm" type="none"/>
            <a:tailEnd len="sm" w="sm" type="none"/>
          </a:ln>
        </p:spPr>
        <p:txBody>
          <a:bodyPr anchorCtr="0" anchor="ctr" bIns="95300" lIns="95300" spcFirstLastPara="1" rIns="95300" wrap="square" tIns="95300">
            <a:noAutofit/>
          </a:bodyPr>
          <a:lstStyle/>
          <a:p>
            <a:pPr indent="0" lvl="0" marL="0" rtl="0" algn="ctr">
              <a:spcBef>
                <a:spcPts val="0"/>
              </a:spcBef>
              <a:spcAft>
                <a:spcPts val="0"/>
              </a:spcAft>
              <a:buNone/>
            </a:pPr>
            <a:r>
              <a:t/>
            </a:r>
            <a:endParaRPr sz="1459">
              <a:solidFill>
                <a:schemeClr val="dk1"/>
              </a:solidFill>
              <a:latin typeface="Lato"/>
              <a:ea typeface="Lato"/>
              <a:cs typeface="Lato"/>
              <a:sym typeface="Lato"/>
            </a:endParaRPr>
          </a:p>
        </p:txBody>
      </p:sp>
      <p:sp>
        <p:nvSpPr>
          <p:cNvPr id="394" name="Google Shape;394;p46"/>
          <p:cNvSpPr txBox="1"/>
          <p:nvPr/>
        </p:nvSpPr>
        <p:spPr>
          <a:xfrm>
            <a:off x="692995" y="2915096"/>
            <a:ext cx="940500" cy="404400"/>
          </a:xfrm>
          <a:prstGeom prst="rect">
            <a:avLst/>
          </a:prstGeom>
          <a:noFill/>
          <a:ln>
            <a:noFill/>
          </a:ln>
        </p:spPr>
        <p:txBody>
          <a:bodyPr anchorCtr="0" anchor="t" bIns="95300" lIns="95300" spcFirstLastPara="1" rIns="95300" wrap="square" tIns="95300">
            <a:noAutofit/>
          </a:bodyPr>
          <a:lstStyle/>
          <a:p>
            <a:pPr indent="0" lvl="0" marL="0" rtl="0" algn="l">
              <a:spcBef>
                <a:spcPts val="0"/>
              </a:spcBef>
              <a:spcAft>
                <a:spcPts val="0"/>
              </a:spcAft>
              <a:buNone/>
            </a:pPr>
            <a:r>
              <a:rPr lang="en" sz="1459">
                <a:solidFill>
                  <a:schemeClr val="lt1"/>
                </a:solidFill>
                <a:latin typeface="Playfair Display SemiBold"/>
                <a:ea typeface="Playfair Display SemiBold"/>
                <a:cs typeface="Playfair Display SemiBold"/>
                <a:sym typeface="Playfair Display SemiBold"/>
              </a:rPr>
              <a:t>-3 to -1</a:t>
            </a:r>
            <a:endParaRPr sz="1459">
              <a:solidFill>
                <a:schemeClr val="lt1"/>
              </a:solidFill>
              <a:latin typeface="Playfair Display SemiBold"/>
              <a:ea typeface="Playfair Display SemiBold"/>
              <a:cs typeface="Playfair Display SemiBold"/>
              <a:sym typeface="Playfair Display SemiBold"/>
            </a:endParaRPr>
          </a:p>
        </p:txBody>
      </p:sp>
      <p:sp>
        <p:nvSpPr>
          <p:cNvPr id="395" name="Google Shape;395;p46"/>
          <p:cNvSpPr txBox="1"/>
          <p:nvPr/>
        </p:nvSpPr>
        <p:spPr>
          <a:xfrm>
            <a:off x="1953049" y="2758905"/>
            <a:ext cx="2479800" cy="779400"/>
          </a:xfrm>
          <a:prstGeom prst="rect">
            <a:avLst/>
          </a:prstGeom>
          <a:noFill/>
          <a:ln>
            <a:noFill/>
          </a:ln>
        </p:spPr>
        <p:txBody>
          <a:bodyPr anchorCtr="0" anchor="t" bIns="95300" lIns="95300" spcFirstLastPara="1" rIns="95300" wrap="square" tIns="95300">
            <a:noAutofit/>
          </a:bodyPr>
          <a:lstStyle/>
          <a:p>
            <a:pPr indent="0" lvl="0" marL="0" rtl="0" algn="l">
              <a:spcBef>
                <a:spcPts val="0"/>
              </a:spcBef>
              <a:spcAft>
                <a:spcPts val="0"/>
              </a:spcAft>
              <a:buNone/>
            </a:pPr>
            <a:r>
              <a:rPr b="1" lang="en" sz="1251">
                <a:solidFill>
                  <a:schemeClr val="lt1"/>
                </a:solidFill>
                <a:latin typeface="Playfair Display"/>
                <a:ea typeface="Playfair Display"/>
                <a:cs typeface="Playfair Display"/>
                <a:sym typeface="Playfair Display"/>
              </a:rPr>
              <a:t>Monitored Event </a:t>
            </a:r>
            <a:r>
              <a:rPr lang="en" sz="1251">
                <a:solidFill>
                  <a:schemeClr val="lt1"/>
                </a:solidFill>
                <a:latin typeface="Playfair Display SemiBold"/>
                <a:ea typeface="Playfair Display SemiBold"/>
                <a:cs typeface="Playfair Display SemiBold"/>
                <a:sym typeface="Playfair Display SemiBold"/>
              </a:rPr>
              <a:t>- Elevated </a:t>
            </a:r>
            <a:r>
              <a:rPr lang="en" sz="1251">
                <a:solidFill>
                  <a:schemeClr val="lt1"/>
                </a:solidFill>
                <a:latin typeface="Playfair Display SemiBold"/>
                <a:ea typeface="Playfair Display SemiBold"/>
                <a:cs typeface="Playfair Display SemiBold"/>
                <a:sym typeface="Playfair Display SemiBold"/>
              </a:rPr>
              <a:t>tension</a:t>
            </a:r>
            <a:r>
              <a:rPr lang="en" sz="1251">
                <a:solidFill>
                  <a:schemeClr val="lt1"/>
                </a:solidFill>
                <a:latin typeface="Playfair Display SemiBold"/>
                <a:ea typeface="Playfair Display SemiBold"/>
                <a:cs typeface="Playfair Display SemiBold"/>
                <a:sym typeface="Playfair Display SemiBold"/>
              </a:rPr>
              <a:t>; situation requires tracking</a:t>
            </a:r>
            <a:endParaRPr sz="1251">
              <a:solidFill>
                <a:schemeClr val="lt1"/>
              </a:solidFill>
              <a:latin typeface="Playfair Display SemiBold"/>
              <a:ea typeface="Playfair Display SemiBold"/>
              <a:cs typeface="Playfair Display SemiBold"/>
              <a:sym typeface="Playfair Display SemiBold"/>
            </a:endParaRPr>
          </a:p>
        </p:txBody>
      </p:sp>
      <p:sp>
        <p:nvSpPr>
          <p:cNvPr id="396" name="Google Shape;396;p46"/>
          <p:cNvSpPr/>
          <p:nvPr/>
        </p:nvSpPr>
        <p:spPr>
          <a:xfrm>
            <a:off x="432553" y="3639421"/>
            <a:ext cx="4000200" cy="1044300"/>
          </a:xfrm>
          <a:prstGeom prst="roundRect">
            <a:avLst>
              <a:gd fmla="val 16667" name="adj"/>
            </a:avLst>
          </a:prstGeom>
          <a:solidFill>
            <a:srgbClr val="F4CCCC"/>
          </a:solidFill>
          <a:ln cap="flat" cmpd="sng" w="9925">
            <a:solidFill>
              <a:schemeClr val="dk2"/>
            </a:solidFill>
            <a:prstDash val="solid"/>
            <a:round/>
            <a:headEnd len="sm" w="sm" type="none"/>
            <a:tailEnd len="sm" w="sm" type="none"/>
          </a:ln>
        </p:spPr>
        <p:txBody>
          <a:bodyPr anchorCtr="0" anchor="ctr" bIns="95300" lIns="95300" spcFirstLastPara="1" rIns="95300" wrap="square" tIns="95300">
            <a:noAutofit/>
          </a:bodyPr>
          <a:lstStyle/>
          <a:p>
            <a:pPr indent="0" lvl="0" marL="0" rtl="0" algn="ctr">
              <a:spcBef>
                <a:spcPts val="0"/>
              </a:spcBef>
              <a:spcAft>
                <a:spcPts val="0"/>
              </a:spcAft>
              <a:buNone/>
            </a:pPr>
            <a:r>
              <a:t/>
            </a:r>
            <a:endParaRPr sz="1459">
              <a:solidFill>
                <a:schemeClr val="dk1"/>
              </a:solidFill>
              <a:latin typeface="Lato"/>
              <a:ea typeface="Lato"/>
              <a:cs typeface="Lato"/>
              <a:sym typeface="Lato"/>
            </a:endParaRPr>
          </a:p>
        </p:txBody>
      </p:sp>
      <p:sp>
        <p:nvSpPr>
          <p:cNvPr id="397" name="Google Shape;397;p46"/>
          <p:cNvSpPr txBox="1"/>
          <p:nvPr/>
        </p:nvSpPr>
        <p:spPr>
          <a:xfrm>
            <a:off x="692995" y="3931971"/>
            <a:ext cx="1145700" cy="404400"/>
          </a:xfrm>
          <a:prstGeom prst="rect">
            <a:avLst/>
          </a:prstGeom>
          <a:noFill/>
          <a:ln>
            <a:noFill/>
          </a:ln>
        </p:spPr>
        <p:txBody>
          <a:bodyPr anchorCtr="0" anchor="t" bIns="95300" lIns="95300" spcFirstLastPara="1" rIns="95300" wrap="square" tIns="95300">
            <a:noAutofit/>
          </a:bodyPr>
          <a:lstStyle/>
          <a:p>
            <a:pPr indent="0" lvl="0" marL="0" rtl="0" algn="l">
              <a:spcBef>
                <a:spcPts val="0"/>
              </a:spcBef>
              <a:spcAft>
                <a:spcPts val="0"/>
              </a:spcAft>
              <a:buNone/>
            </a:pPr>
            <a:r>
              <a:rPr lang="en" sz="1459">
                <a:solidFill>
                  <a:schemeClr val="lt1"/>
                </a:solidFill>
                <a:latin typeface="Playfair Display SemiBold"/>
                <a:ea typeface="Playfair Display SemiBold"/>
                <a:cs typeface="Playfair Display SemiBold"/>
                <a:sym typeface="Playfair Display SemiBold"/>
              </a:rPr>
              <a:t>Below -3</a:t>
            </a:r>
            <a:endParaRPr sz="1459">
              <a:solidFill>
                <a:schemeClr val="lt1"/>
              </a:solidFill>
              <a:latin typeface="Playfair Display SemiBold"/>
              <a:ea typeface="Playfair Display SemiBold"/>
              <a:cs typeface="Playfair Display SemiBold"/>
              <a:sym typeface="Playfair Display SemiBold"/>
            </a:endParaRPr>
          </a:p>
        </p:txBody>
      </p:sp>
      <p:sp>
        <p:nvSpPr>
          <p:cNvPr id="398" name="Google Shape;398;p46"/>
          <p:cNvSpPr txBox="1"/>
          <p:nvPr/>
        </p:nvSpPr>
        <p:spPr>
          <a:xfrm>
            <a:off x="1953049" y="3771870"/>
            <a:ext cx="2479800" cy="779400"/>
          </a:xfrm>
          <a:prstGeom prst="rect">
            <a:avLst/>
          </a:prstGeom>
          <a:noFill/>
          <a:ln>
            <a:noFill/>
          </a:ln>
        </p:spPr>
        <p:txBody>
          <a:bodyPr anchorCtr="0" anchor="t" bIns="95300" lIns="95300" spcFirstLastPara="1" rIns="95300" wrap="square" tIns="95300">
            <a:noAutofit/>
          </a:bodyPr>
          <a:lstStyle/>
          <a:p>
            <a:pPr indent="0" lvl="0" marL="0" rtl="0" algn="l">
              <a:spcBef>
                <a:spcPts val="0"/>
              </a:spcBef>
              <a:spcAft>
                <a:spcPts val="0"/>
              </a:spcAft>
              <a:buNone/>
            </a:pPr>
            <a:r>
              <a:rPr b="1" lang="en" sz="1251">
                <a:solidFill>
                  <a:schemeClr val="lt1"/>
                </a:solidFill>
                <a:latin typeface="Playfair Display"/>
                <a:ea typeface="Playfair Display"/>
                <a:cs typeface="Playfair Display"/>
                <a:sym typeface="Playfair Display"/>
              </a:rPr>
              <a:t>Critical</a:t>
            </a:r>
            <a:r>
              <a:rPr lang="en" sz="1251">
                <a:solidFill>
                  <a:schemeClr val="lt1"/>
                </a:solidFill>
                <a:latin typeface="Playfair Display SemiBold"/>
                <a:ea typeface="Playfair Display SemiBold"/>
                <a:cs typeface="Playfair Display SemiBold"/>
                <a:sym typeface="Playfair Display SemiBold"/>
              </a:rPr>
              <a:t> - Severe negative tone; likely active conflict or escalating crisis</a:t>
            </a:r>
            <a:endParaRPr sz="1251">
              <a:solidFill>
                <a:schemeClr val="lt1"/>
              </a:solidFill>
              <a:latin typeface="Playfair Display SemiBold"/>
              <a:ea typeface="Playfair Display SemiBold"/>
              <a:cs typeface="Playfair Display SemiBold"/>
              <a:sym typeface="Playfair Display SemiBold"/>
            </a:endParaRPr>
          </a:p>
        </p:txBody>
      </p:sp>
      <p:sp>
        <p:nvSpPr>
          <p:cNvPr id="399" name="Google Shape;399;p46"/>
          <p:cNvSpPr txBox="1"/>
          <p:nvPr/>
        </p:nvSpPr>
        <p:spPr>
          <a:xfrm>
            <a:off x="658511" y="1153425"/>
            <a:ext cx="1074300" cy="358500"/>
          </a:xfrm>
          <a:prstGeom prst="rect">
            <a:avLst/>
          </a:prstGeom>
          <a:noFill/>
          <a:ln>
            <a:noFill/>
          </a:ln>
        </p:spPr>
        <p:txBody>
          <a:bodyPr anchorCtr="0" anchor="t" bIns="95300" lIns="95300" spcFirstLastPara="1" rIns="95300" wrap="square" tIns="95300">
            <a:noAutofit/>
          </a:bodyPr>
          <a:lstStyle/>
          <a:p>
            <a:pPr indent="0" lvl="0" marL="0" rtl="0" algn="l">
              <a:spcBef>
                <a:spcPts val="0"/>
              </a:spcBef>
              <a:spcAft>
                <a:spcPts val="0"/>
              </a:spcAft>
              <a:buNone/>
            </a:pPr>
            <a:r>
              <a:rPr lang="en" sz="1459">
                <a:solidFill>
                  <a:schemeClr val="lt1"/>
                </a:solidFill>
                <a:latin typeface="Playfair Display Medium"/>
                <a:ea typeface="Playfair Display Medium"/>
                <a:cs typeface="Playfair Display Medium"/>
                <a:sym typeface="Playfair Display Medium"/>
              </a:rPr>
              <a:t>AvgTone</a:t>
            </a:r>
            <a:endParaRPr sz="1459">
              <a:solidFill>
                <a:schemeClr val="lt1"/>
              </a:solidFill>
              <a:latin typeface="Playfair Display Medium"/>
              <a:ea typeface="Playfair Display Medium"/>
              <a:cs typeface="Playfair Display Medium"/>
              <a:sym typeface="Playfair Display Medium"/>
            </a:endParaRPr>
          </a:p>
        </p:txBody>
      </p:sp>
      <p:sp>
        <p:nvSpPr>
          <p:cNvPr id="400" name="Google Shape;400;p46"/>
          <p:cNvSpPr txBox="1"/>
          <p:nvPr/>
        </p:nvSpPr>
        <p:spPr>
          <a:xfrm>
            <a:off x="2313270" y="1153425"/>
            <a:ext cx="1713900" cy="358500"/>
          </a:xfrm>
          <a:prstGeom prst="rect">
            <a:avLst/>
          </a:prstGeom>
          <a:noFill/>
          <a:ln>
            <a:noFill/>
          </a:ln>
        </p:spPr>
        <p:txBody>
          <a:bodyPr anchorCtr="0" anchor="t" bIns="95300" lIns="95300" spcFirstLastPara="1" rIns="95300" wrap="square" tIns="95300">
            <a:noAutofit/>
          </a:bodyPr>
          <a:lstStyle/>
          <a:p>
            <a:pPr indent="0" lvl="0" marL="0" rtl="0" algn="l">
              <a:spcBef>
                <a:spcPts val="0"/>
              </a:spcBef>
              <a:spcAft>
                <a:spcPts val="0"/>
              </a:spcAft>
              <a:buNone/>
            </a:pPr>
            <a:r>
              <a:rPr lang="en" sz="1459">
                <a:solidFill>
                  <a:schemeClr val="lt1"/>
                </a:solidFill>
                <a:latin typeface="Playfair Display Medium"/>
                <a:ea typeface="Playfair Display Medium"/>
                <a:cs typeface="Playfair Display Medium"/>
                <a:sym typeface="Playfair Display Medium"/>
              </a:rPr>
              <a:t>Classification</a:t>
            </a:r>
            <a:endParaRPr sz="1459">
              <a:solidFill>
                <a:schemeClr val="lt1"/>
              </a:solidFill>
              <a:latin typeface="Playfair Display Medium"/>
              <a:ea typeface="Playfair Display Medium"/>
              <a:cs typeface="Playfair Display Medium"/>
              <a:sym typeface="Playfair Display Medium"/>
            </a:endParaRPr>
          </a:p>
        </p:txBody>
      </p:sp>
      <p:sp>
        <p:nvSpPr>
          <p:cNvPr id="401" name="Google Shape;401;p46"/>
          <p:cNvSpPr txBox="1"/>
          <p:nvPr/>
        </p:nvSpPr>
        <p:spPr>
          <a:xfrm>
            <a:off x="5341775" y="1550900"/>
            <a:ext cx="3334200" cy="386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lt1"/>
                </a:solidFill>
                <a:latin typeface="Playfair Display Medium"/>
                <a:ea typeface="Playfair Display Medium"/>
                <a:cs typeface="Playfair Display Medium"/>
                <a:sym typeface="Playfair Display Medium"/>
              </a:rPr>
              <a:t>We use </a:t>
            </a:r>
            <a:r>
              <a:rPr b="1" lang="en" sz="1500">
                <a:solidFill>
                  <a:schemeClr val="lt1"/>
                </a:solidFill>
                <a:latin typeface="Playfair Display"/>
                <a:ea typeface="Playfair Display"/>
                <a:cs typeface="Playfair Display"/>
                <a:sym typeface="Playfair Display"/>
              </a:rPr>
              <a:t>AvgTone</a:t>
            </a:r>
            <a:r>
              <a:rPr lang="en" sz="1500">
                <a:solidFill>
                  <a:schemeClr val="lt1"/>
                </a:solidFill>
                <a:latin typeface="Playfair Display Medium"/>
                <a:ea typeface="Playfair Display Medium"/>
                <a:cs typeface="Playfair Display Medium"/>
                <a:sym typeface="Playfair Display Medium"/>
              </a:rPr>
              <a:t> to automatically classify each incoming event into one of three tiers. In our observed streaming window:</a:t>
            </a:r>
            <a:endParaRPr sz="1500">
              <a:solidFill>
                <a:schemeClr val="lt1"/>
              </a:solidFill>
              <a:latin typeface="Playfair Display Medium"/>
              <a:ea typeface="Playfair Display Medium"/>
              <a:cs typeface="Playfair Display Medium"/>
              <a:sym typeface="Playfair Display Medium"/>
            </a:endParaRPr>
          </a:p>
          <a:p>
            <a:pPr indent="-323850" lvl="0" marL="457200" rtl="0" algn="l">
              <a:spcBef>
                <a:spcPts val="1000"/>
              </a:spcBef>
              <a:spcAft>
                <a:spcPts val="0"/>
              </a:spcAft>
              <a:buClr>
                <a:schemeClr val="lt1"/>
              </a:buClr>
              <a:buSzPts val="1500"/>
              <a:buFont typeface="Playfair Display Medium"/>
              <a:buChar char="●"/>
            </a:pPr>
            <a:r>
              <a:rPr lang="en" sz="1500">
                <a:solidFill>
                  <a:schemeClr val="lt1"/>
                </a:solidFill>
                <a:latin typeface="Playfair Display Medium"/>
                <a:ea typeface="Playfair Display Medium"/>
                <a:cs typeface="Playfair Display Medium"/>
                <a:sym typeface="Playfair Display Medium"/>
              </a:rPr>
              <a:t>31.2% were classified as </a:t>
            </a:r>
            <a:r>
              <a:rPr lang="en" sz="1500">
                <a:solidFill>
                  <a:srgbClr val="38761D"/>
                </a:solidFill>
                <a:latin typeface="Playfair Display Medium"/>
                <a:ea typeface="Playfair Display Medium"/>
                <a:cs typeface="Playfair Display Medium"/>
                <a:sym typeface="Playfair Display Medium"/>
              </a:rPr>
              <a:t>STABLE</a:t>
            </a:r>
            <a:endParaRPr sz="1500">
              <a:solidFill>
                <a:srgbClr val="38761D"/>
              </a:solidFill>
              <a:latin typeface="Playfair Display Medium"/>
              <a:ea typeface="Playfair Display Medium"/>
              <a:cs typeface="Playfair Display Medium"/>
              <a:sym typeface="Playfair Display Medium"/>
            </a:endParaRPr>
          </a:p>
          <a:p>
            <a:pPr indent="-323850" lvl="0" marL="457200" rtl="0" algn="l">
              <a:spcBef>
                <a:spcPts val="1000"/>
              </a:spcBef>
              <a:spcAft>
                <a:spcPts val="0"/>
              </a:spcAft>
              <a:buClr>
                <a:schemeClr val="lt1"/>
              </a:buClr>
              <a:buSzPts val="1500"/>
              <a:buFont typeface="Playfair Display Medium"/>
              <a:buChar char="●"/>
            </a:pPr>
            <a:r>
              <a:rPr lang="en" sz="1500">
                <a:solidFill>
                  <a:schemeClr val="lt1"/>
                </a:solidFill>
                <a:latin typeface="Playfair Display Medium"/>
                <a:ea typeface="Playfair Display Medium"/>
                <a:cs typeface="Playfair Display Medium"/>
                <a:sym typeface="Playfair Display Medium"/>
              </a:rPr>
              <a:t>26.1% were classified as </a:t>
            </a:r>
            <a:r>
              <a:rPr lang="en" sz="1500">
                <a:solidFill>
                  <a:srgbClr val="B45F06"/>
                </a:solidFill>
                <a:latin typeface="Playfair Display Medium"/>
                <a:ea typeface="Playfair Display Medium"/>
                <a:cs typeface="Playfair Display Medium"/>
                <a:sym typeface="Playfair Display Medium"/>
              </a:rPr>
              <a:t>MONITORED</a:t>
            </a:r>
            <a:endParaRPr sz="1500">
              <a:solidFill>
                <a:srgbClr val="B45F06"/>
              </a:solidFill>
              <a:latin typeface="Playfair Display Medium"/>
              <a:ea typeface="Playfair Display Medium"/>
              <a:cs typeface="Playfair Display Medium"/>
              <a:sym typeface="Playfair Display Medium"/>
            </a:endParaRPr>
          </a:p>
          <a:p>
            <a:pPr indent="-323850" lvl="0" marL="457200" rtl="0" algn="l">
              <a:spcBef>
                <a:spcPts val="1000"/>
              </a:spcBef>
              <a:spcAft>
                <a:spcPts val="0"/>
              </a:spcAft>
              <a:buClr>
                <a:schemeClr val="lt1"/>
              </a:buClr>
              <a:buSzPts val="1500"/>
              <a:buFont typeface="Playfair Display Medium"/>
              <a:buChar char="●"/>
            </a:pPr>
            <a:r>
              <a:rPr lang="en" sz="1500">
                <a:solidFill>
                  <a:schemeClr val="lt1"/>
                </a:solidFill>
                <a:latin typeface="Playfair Display Medium"/>
                <a:ea typeface="Playfair Display Medium"/>
                <a:cs typeface="Playfair Display Medium"/>
                <a:sym typeface="Playfair Display Medium"/>
              </a:rPr>
              <a:t>42.7% of events were classified as </a:t>
            </a:r>
            <a:r>
              <a:rPr lang="en" sz="1500">
                <a:solidFill>
                  <a:srgbClr val="990000"/>
                </a:solidFill>
                <a:latin typeface="Playfair Display Medium"/>
                <a:ea typeface="Playfair Display Medium"/>
                <a:cs typeface="Playfair Display Medium"/>
                <a:sym typeface="Playfair Display Medium"/>
              </a:rPr>
              <a:t>CRITICAL</a:t>
            </a:r>
            <a:endParaRPr sz="1500">
              <a:solidFill>
                <a:srgbClr val="990000"/>
              </a:solidFill>
              <a:latin typeface="Playfair Display Medium"/>
              <a:ea typeface="Playfair Display Medium"/>
              <a:cs typeface="Playfair Display Medium"/>
              <a:sym typeface="Playfair Display Medium"/>
            </a:endParaRPr>
          </a:p>
          <a:p>
            <a:pPr indent="0" lvl="0" marL="0" rtl="0" algn="l">
              <a:spcBef>
                <a:spcPts val="1000"/>
              </a:spcBef>
              <a:spcAft>
                <a:spcPts val="0"/>
              </a:spcAft>
              <a:buNone/>
            </a:pPr>
            <a:r>
              <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solidFill>
                <a:schemeClr val="lt1"/>
              </a:solidFill>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solidFill>
                <a:schemeClr val="lt1"/>
              </a:solidFill>
              <a:latin typeface="Playfair Display Medium"/>
              <a:ea typeface="Playfair Display Medium"/>
              <a:cs typeface="Playfair Display Medium"/>
              <a:sym typeface="Playfair Display Medium"/>
            </a:endParaRPr>
          </a:p>
        </p:txBody>
      </p:sp>
      <p:pic>
        <p:nvPicPr>
          <p:cNvPr id="402" name="Google Shape;402;p46"/>
          <p:cNvPicPr preferRelativeResize="0"/>
          <p:nvPr/>
        </p:nvPicPr>
        <p:blipFill>
          <a:blip r:embed="rId3">
            <a:alphaModFix amt="80000"/>
          </a:blip>
          <a:stretch>
            <a:fillRect/>
          </a:stretch>
        </p:blipFill>
        <p:spPr>
          <a:xfrm>
            <a:off x="6573150" y="3"/>
            <a:ext cx="2570850" cy="1018025"/>
          </a:xfrm>
          <a:prstGeom prst="rect">
            <a:avLst/>
          </a:prstGeom>
          <a:noFill/>
          <a:ln>
            <a:noFill/>
          </a:ln>
        </p:spPr>
      </p:pic>
      <p:sp>
        <p:nvSpPr>
          <p:cNvPr id="403" name="Google Shape;403;p46"/>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47"/>
          <p:cNvSpPr txBox="1"/>
          <p:nvPr>
            <p:ph type="title"/>
          </p:nvPr>
        </p:nvSpPr>
        <p:spPr>
          <a:xfrm>
            <a:off x="276075" y="457200"/>
            <a:ext cx="64329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System Architecture</a:t>
            </a:r>
            <a:endParaRPr/>
          </a:p>
        </p:txBody>
      </p:sp>
      <p:pic>
        <p:nvPicPr>
          <p:cNvPr id="409" name="Google Shape;409;p47"/>
          <p:cNvPicPr preferRelativeResize="0"/>
          <p:nvPr/>
        </p:nvPicPr>
        <p:blipFill>
          <a:blip r:embed="rId3">
            <a:alphaModFix/>
          </a:blip>
          <a:stretch>
            <a:fillRect/>
          </a:stretch>
        </p:blipFill>
        <p:spPr>
          <a:xfrm>
            <a:off x="6372225" y="0"/>
            <a:ext cx="2771775" cy="1422850"/>
          </a:xfrm>
          <a:prstGeom prst="rect">
            <a:avLst/>
          </a:prstGeom>
          <a:noFill/>
          <a:ln>
            <a:noFill/>
          </a:ln>
        </p:spPr>
      </p:pic>
      <p:sp>
        <p:nvSpPr>
          <p:cNvPr id="410" name="Google Shape;410;p47"/>
          <p:cNvSpPr/>
          <p:nvPr/>
        </p:nvSpPr>
        <p:spPr>
          <a:xfrm>
            <a:off x="685075" y="2031667"/>
            <a:ext cx="2010000" cy="366300"/>
          </a:xfrm>
          <a:prstGeom prst="roundRect">
            <a:avLst>
              <a:gd fmla="val 16667" name="adj"/>
            </a:avLst>
          </a:prstGeom>
          <a:solidFill>
            <a:srgbClr val="D5A6BD"/>
          </a:solidFill>
          <a:ln>
            <a:noFill/>
          </a:ln>
          <a:effectLst>
            <a:outerShdw blurRad="157163" rotWithShape="0" algn="bl" dir="1740000" dist="57150">
              <a:schemeClr val="accent3">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Playfair Display"/>
                <a:ea typeface="Playfair Display"/>
                <a:cs typeface="Playfair Display"/>
                <a:sym typeface="Playfair Display"/>
              </a:rPr>
              <a:t>Ingestion layer</a:t>
            </a:r>
            <a:endParaRPr b="1" sz="1100">
              <a:solidFill>
                <a:schemeClr val="dk1"/>
              </a:solidFill>
              <a:latin typeface="Playfair Display"/>
              <a:ea typeface="Playfair Display"/>
              <a:cs typeface="Playfair Display"/>
              <a:sym typeface="Playfair Display"/>
            </a:endParaRPr>
          </a:p>
        </p:txBody>
      </p:sp>
      <p:cxnSp>
        <p:nvCxnSpPr>
          <p:cNvPr id="411" name="Google Shape;411;p47"/>
          <p:cNvCxnSpPr/>
          <p:nvPr/>
        </p:nvCxnSpPr>
        <p:spPr>
          <a:xfrm>
            <a:off x="2829738" y="2210467"/>
            <a:ext cx="467100" cy="8700"/>
          </a:xfrm>
          <a:prstGeom prst="straightConnector1">
            <a:avLst/>
          </a:prstGeom>
          <a:noFill/>
          <a:ln cap="flat" cmpd="sng" w="38100">
            <a:solidFill>
              <a:schemeClr val="lt1"/>
            </a:solidFill>
            <a:prstDash val="solid"/>
            <a:round/>
            <a:headEnd len="med" w="med" type="none"/>
            <a:tailEnd len="med" w="med" type="triangle"/>
          </a:ln>
        </p:spPr>
      </p:cxnSp>
      <p:sp>
        <p:nvSpPr>
          <p:cNvPr id="412" name="Google Shape;412;p47"/>
          <p:cNvSpPr/>
          <p:nvPr/>
        </p:nvSpPr>
        <p:spPr>
          <a:xfrm>
            <a:off x="3354000" y="1826179"/>
            <a:ext cx="2529900" cy="1022100"/>
          </a:xfrm>
          <a:prstGeom prst="roundRect">
            <a:avLst>
              <a:gd fmla="val 16667" name="adj"/>
            </a:avLst>
          </a:prstGeom>
          <a:solidFill>
            <a:srgbClr val="D5A6BD"/>
          </a:solidFill>
          <a:ln>
            <a:noFill/>
          </a:ln>
          <a:effectLst>
            <a:outerShdw blurRad="157163" rotWithShape="0" algn="bl" dir="1740000" dist="57150">
              <a:schemeClr val="accent3">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Playfair Display"/>
                <a:ea typeface="Playfair Display"/>
                <a:cs typeface="Playfair Display"/>
                <a:sym typeface="Playfair Display"/>
              </a:rPr>
              <a:t>Stream Processing layer</a:t>
            </a:r>
            <a:endParaRPr b="1" sz="1100">
              <a:solidFill>
                <a:schemeClr val="dk1"/>
              </a:solidFill>
              <a:latin typeface="Playfair Display"/>
              <a:ea typeface="Playfair Display"/>
              <a:cs typeface="Playfair Display"/>
              <a:sym typeface="Playfair Display"/>
            </a:endParaRPr>
          </a:p>
        </p:txBody>
      </p:sp>
      <p:cxnSp>
        <p:nvCxnSpPr>
          <p:cNvPr id="413" name="Google Shape;413;p47"/>
          <p:cNvCxnSpPr/>
          <p:nvPr/>
        </p:nvCxnSpPr>
        <p:spPr>
          <a:xfrm>
            <a:off x="5882575" y="2211817"/>
            <a:ext cx="467400" cy="6000"/>
          </a:xfrm>
          <a:prstGeom prst="straightConnector1">
            <a:avLst/>
          </a:prstGeom>
          <a:noFill/>
          <a:ln cap="flat" cmpd="sng" w="38100">
            <a:solidFill>
              <a:schemeClr val="lt1"/>
            </a:solidFill>
            <a:prstDash val="solid"/>
            <a:round/>
            <a:headEnd len="med" w="med" type="none"/>
            <a:tailEnd len="med" w="med" type="triangle"/>
          </a:ln>
        </p:spPr>
      </p:cxnSp>
      <p:sp>
        <p:nvSpPr>
          <p:cNvPr id="414" name="Google Shape;414;p47"/>
          <p:cNvSpPr/>
          <p:nvPr/>
        </p:nvSpPr>
        <p:spPr>
          <a:xfrm>
            <a:off x="6286450" y="2001217"/>
            <a:ext cx="2010000" cy="615000"/>
          </a:xfrm>
          <a:prstGeom prst="roundRect">
            <a:avLst>
              <a:gd fmla="val 16667" name="adj"/>
            </a:avLst>
          </a:prstGeom>
          <a:solidFill>
            <a:srgbClr val="D5A6BD"/>
          </a:solidFill>
          <a:ln>
            <a:noFill/>
          </a:ln>
          <a:effectLst>
            <a:outerShdw blurRad="157163" rotWithShape="0" algn="bl" dir="1740000" dist="57150">
              <a:schemeClr val="accent3">
                <a:alpha val="50000"/>
              </a:scheme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en" sz="1700">
                <a:solidFill>
                  <a:schemeClr val="dk1"/>
                </a:solidFill>
                <a:latin typeface="Playfair Display"/>
                <a:ea typeface="Playfair Display"/>
                <a:cs typeface="Playfair Display"/>
                <a:sym typeface="Playfair Display"/>
              </a:rPr>
              <a:t>Descriptive analytics</a:t>
            </a:r>
            <a:endParaRPr b="1" sz="1100">
              <a:solidFill>
                <a:schemeClr val="dk1"/>
              </a:solidFill>
              <a:latin typeface="Playfair Display"/>
              <a:ea typeface="Playfair Display"/>
              <a:cs typeface="Playfair Display"/>
              <a:sym typeface="Playfair Display"/>
            </a:endParaRPr>
          </a:p>
        </p:txBody>
      </p:sp>
      <p:sp>
        <p:nvSpPr>
          <p:cNvPr id="415" name="Google Shape;415;p47"/>
          <p:cNvSpPr txBox="1"/>
          <p:nvPr/>
        </p:nvSpPr>
        <p:spPr>
          <a:xfrm>
            <a:off x="3354000" y="2848292"/>
            <a:ext cx="2529900" cy="11328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1200"/>
              </a:spcBef>
              <a:spcAft>
                <a:spcPts val="0"/>
              </a:spcAft>
              <a:buSzPts val="1100"/>
              <a:buChar char="●"/>
            </a:pPr>
            <a:r>
              <a:rPr b="1" lang="en" sz="1100"/>
              <a:t>Setup &amp; Stream</a:t>
            </a:r>
            <a:endParaRPr b="1" sz="1100"/>
          </a:p>
          <a:p>
            <a:pPr indent="-298450" lvl="0" marL="457200" rtl="0" algn="l">
              <a:lnSpc>
                <a:spcPct val="115000"/>
              </a:lnSpc>
              <a:spcBef>
                <a:spcPts val="0"/>
              </a:spcBef>
              <a:spcAft>
                <a:spcPts val="0"/>
              </a:spcAft>
              <a:buSzPts val="1100"/>
              <a:buChar char="●"/>
            </a:pPr>
            <a:r>
              <a:rPr b="1" lang="en" sz="1100"/>
              <a:t>Sanity Check</a:t>
            </a:r>
            <a:endParaRPr b="1" sz="1100"/>
          </a:p>
          <a:p>
            <a:pPr indent="-298450" lvl="0" marL="457200" rtl="0" algn="l">
              <a:lnSpc>
                <a:spcPct val="115000"/>
              </a:lnSpc>
              <a:spcBef>
                <a:spcPts val="0"/>
              </a:spcBef>
              <a:spcAft>
                <a:spcPts val="0"/>
              </a:spcAft>
              <a:buSzPts val="1100"/>
              <a:buChar char="●"/>
            </a:pPr>
            <a:r>
              <a:rPr b="1" lang="en" sz="1100"/>
              <a:t>Running aggregate</a:t>
            </a:r>
            <a:endParaRPr b="1" sz="1100"/>
          </a:p>
          <a:p>
            <a:pPr indent="-298450" lvl="0" marL="457200" rtl="0" algn="l">
              <a:lnSpc>
                <a:spcPct val="115000"/>
              </a:lnSpc>
              <a:spcBef>
                <a:spcPts val="0"/>
              </a:spcBef>
              <a:spcAft>
                <a:spcPts val="0"/>
              </a:spcAft>
              <a:buSzPts val="1100"/>
              <a:buChar char="●"/>
            </a:pPr>
            <a:r>
              <a:rPr b="1" lang="en" sz="1100"/>
              <a:t>Event time windows</a:t>
            </a:r>
            <a:endParaRPr b="1" sz="1100"/>
          </a:p>
          <a:p>
            <a:pPr indent="-298450" lvl="0" marL="457200" rtl="0" algn="l">
              <a:lnSpc>
                <a:spcPct val="115000"/>
              </a:lnSpc>
              <a:spcBef>
                <a:spcPts val="0"/>
              </a:spcBef>
              <a:spcAft>
                <a:spcPts val="0"/>
              </a:spcAft>
              <a:buSzPts val="1100"/>
              <a:buChar char="●"/>
            </a:pPr>
            <a:r>
              <a:rPr b="1" lang="en" sz="1100"/>
              <a:t>Final results</a:t>
            </a:r>
            <a:endParaRPr b="1" sz="1100"/>
          </a:p>
        </p:txBody>
      </p:sp>
      <p:sp>
        <p:nvSpPr>
          <p:cNvPr id="416" name="Google Shape;416;p47"/>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8"/>
          <p:cNvSpPr txBox="1"/>
          <p:nvPr>
            <p:ph type="title"/>
          </p:nvPr>
        </p:nvSpPr>
        <p:spPr>
          <a:xfrm>
            <a:off x="276075" y="315075"/>
            <a:ext cx="6432900" cy="627900"/>
          </a:xfrm>
          <a:prstGeom prst="rect">
            <a:avLst/>
          </a:prstGeom>
        </p:spPr>
        <p:txBody>
          <a:bodyPr anchorCtr="0" anchor="t" bIns="0" lIns="0" spcFirstLastPara="1" rIns="0" wrap="square" tIns="0">
            <a:spAutoFit/>
          </a:bodyPr>
          <a:lstStyle/>
          <a:p>
            <a:pPr indent="0" lvl="0" marL="0" rtl="0" algn="ctr">
              <a:lnSpc>
                <a:spcPct val="100000"/>
              </a:lnSpc>
              <a:spcBef>
                <a:spcPts val="0"/>
              </a:spcBef>
              <a:spcAft>
                <a:spcPts val="0"/>
              </a:spcAft>
              <a:buNone/>
            </a:pPr>
            <a:r>
              <a:rPr b="1" lang="en" sz="1700">
                <a:solidFill>
                  <a:schemeClr val="dk1"/>
                </a:solidFill>
              </a:rPr>
              <a:t>Ingestion layer</a:t>
            </a:r>
            <a:endParaRPr b="1" sz="1100">
              <a:solidFill>
                <a:schemeClr val="dk1"/>
              </a:solidFill>
            </a:endParaRPr>
          </a:p>
          <a:p>
            <a:pPr indent="0" lvl="0" marL="0" rtl="0" algn="l">
              <a:lnSpc>
                <a:spcPct val="85000"/>
              </a:lnSpc>
              <a:spcBef>
                <a:spcPts val="0"/>
              </a:spcBef>
              <a:spcAft>
                <a:spcPts val="0"/>
              </a:spcAft>
              <a:buClr>
                <a:schemeClr val="lt1"/>
              </a:buClr>
              <a:buSzPts val="1100"/>
              <a:buNone/>
            </a:pPr>
            <a:r>
              <a:rPr lang="en"/>
              <a:t>Ingestion Layer</a:t>
            </a:r>
            <a:endParaRPr/>
          </a:p>
        </p:txBody>
      </p:sp>
      <p:sp>
        <p:nvSpPr>
          <p:cNvPr id="422" name="Google Shape;422;p48"/>
          <p:cNvSpPr txBox="1"/>
          <p:nvPr/>
        </p:nvSpPr>
        <p:spPr>
          <a:xfrm>
            <a:off x="258300" y="942950"/>
            <a:ext cx="8627400" cy="369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 sz="1200"/>
              <a:t>How data moves from the internet into the system.</a:t>
            </a:r>
            <a:endParaRPr sz="1200"/>
          </a:p>
        </p:txBody>
      </p:sp>
      <p:sp>
        <p:nvSpPr>
          <p:cNvPr id="423" name="Google Shape;423;p48"/>
          <p:cNvSpPr txBox="1"/>
          <p:nvPr/>
        </p:nvSpPr>
        <p:spPr>
          <a:xfrm>
            <a:off x="228600" y="1981200"/>
            <a:ext cx="5010000" cy="3540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1200"/>
              </a:spcAft>
              <a:buNone/>
            </a:pPr>
            <a:r>
              <a:t/>
            </a:r>
            <a:endParaRPr sz="1100"/>
          </a:p>
        </p:txBody>
      </p:sp>
      <p:sp>
        <p:nvSpPr>
          <p:cNvPr id="424" name="Google Shape;424;p48"/>
          <p:cNvSpPr txBox="1"/>
          <p:nvPr/>
        </p:nvSpPr>
        <p:spPr>
          <a:xfrm>
            <a:off x="0" y="1542325"/>
            <a:ext cx="8594400" cy="1985700"/>
          </a:xfrm>
          <a:prstGeom prst="rect">
            <a:avLst/>
          </a:prstGeom>
          <a:solidFill>
            <a:schemeClr val="dk1"/>
          </a:solid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b="1" lang="en"/>
              <a:t>Automated Fetching:</a:t>
            </a:r>
            <a:endParaRPr b="1"/>
          </a:p>
          <a:p>
            <a:pPr indent="0" lvl="0" marL="914400" rtl="0" algn="l">
              <a:spcBef>
                <a:spcPts val="0"/>
              </a:spcBef>
              <a:spcAft>
                <a:spcPts val="0"/>
              </a:spcAft>
              <a:buNone/>
            </a:pPr>
            <a:r>
              <a:rPr lang="en">
                <a:solidFill>
                  <a:schemeClr val="lt1"/>
                </a:solidFill>
                <a:highlight>
                  <a:schemeClr val="dk1"/>
                </a:highlight>
              </a:rPr>
              <a:t>import requests → HTTP requests to the GDELT project server</a:t>
            </a:r>
            <a:endParaRPr>
              <a:solidFill>
                <a:schemeClr val="lt1"/>
              </a:solidFill>
              <a:highlight>
                <a:schemeClr val="dk1"/>
              </a:highlight>
            </a:endParaRPr>
          </a:p>
          <a:p>
            <a:pPr indent="457200" lvl="0" marL="457200" rtl="0" algn="l">
              <a:lnSpc>
                <a:spcPct val="135714"/>
              </a:lnSpc>
              <a:spcBef>
                <a:spcPts val="0"/>
              </a:spcBef>
              <a:spcAft>
                <a:spcPts val="0"/>
              </a:spcAft>
              <a:buNone/>
            </a:pPr>
            <a:r>
              <a:rPr lang="en">
                <a:solidFill>
                  <a:srgbClr val="D4D4D4"/>
                </a:solidFill>
                <a:highlight>
                  <a:srgbClr val="282A2C"/>
                </a:highlight>
              </a:rPr>
              <a:t>r = requests.get</a:t>
            </a:r>
            <a:r>
              <a:rPr lang="en">
                <a:solidFill>
                  <a:srgbClr val="DCDCDC"/>
                </a:solidFill>
                <a:highlight>
                  <a:srgbClr val="282A2C"/>
                </a:highlight>
              </a:rPr>
              <a:t>(</a:t>
            </a:r>
            <a:r>
              <a:rPr lang="en">
                <a:solidFill>
                  <a:srgbClr val="CE9178"/>
                </a:solidFill>
                <a:highlight>
                  <a:srgbClr val="282A2C"/>
                </a:highlight>
              </a:rPr>
              <a:t>"</a:t>
            </a:r>
            <a:r>
              <a:rPr lang="en" u="sng">
                <a:solidFill>
                  <a:schemeClr val="hlink"/>
                </a:solidFill>
                <a:highlight>
                  <a:srgbClr val="282A2C"/>
                </a:highlight>
                <a:hlinkClick r:id="rId3"/>
              </a:rPr>
              <a:t>http://data.gdeltproject.org/gdeltv2/lastupdate.txt</a:t>
            </a:r>
            <a:r>
              <a:rPr lang="en">
                <a:solidFill>
                  <a:srgbClr val="CE9178"/>
                </a:solidFill>
                <a:highlight>
                  <a:srgbClr val="282A2C"/>
                </a:highlight>
              </a:rPr>
              <a:t>"</a:t>
            </a:r>
            <a:r>
              <a:rPr lang="en">
                <a:solidFill>
                  <a:srgbClr val="DCDCDC"/>
                </a:solidFill>
                <a:highlight>
                  <a:srgbClr val="282A2C"/>
                </a:highlight>
              </a:rPr>
              <a:t>)</a:t>
            </a:r>
            <a:endParaRPr>
              <a:solidFill>
                <a:schemeClr val="lt1"/>
              </a:solidFill>
              <a:highlight>
                <a:schemeClr val="dk1"/>
              </a:highlight>
            </a:endParaRPr>
          </a:p>
          <a:p>
            <a:pPr indent="0" lvl="0" marL="914400" rtl="0" algn="l">
              <a:spcBef>
                <a:spcPts val="0"/>
              </a:spcBef>
              <a:spcAft>
                <a:spcPts val="0"/>
              </a:spcAft>
              <a:buNone/>
            </a:pPr>
            <a:r>
              <a:t/>
            </a:r>
            <a:endParaRPr/>
          </a:p>
          <a:p>
            <a:pPr indent="-317500" lvl="0" marL="457200" rtl="0" algn="l">
              <a:spcBef>
                <a:spcPts val="0"/>
              </a:spcBef>
              <a:spcAft>
                <a:spcPts val="0"/>
              </a:spcAft>
              <a:buSzPts val="1400"/>
              <a:buChar char="●"/>
            </a:pPr>
            <a:r>
              <a:rPr b="1" lang="en"/>
              <a:t>Preprocessing &amp; Filtering:</a:t>
            </a:r>
            <a:r>
              <a:rPr lang="en"/>
              <a:t> Implements a </a:t>
            </a:r>
            <a:r>
              <a:rPr lang="en">
                <a:solidFill>
                  <a:srgbClr val="188038"/>
                </a:solidFill>
              </a:rPr>
              <a:t>CONFLICT_COUNTRIES</a:t>
            </a:r>
            <a:r>
              <a:rPr lang="en"/>
              <a:t> dictionary (UK, RS, IS, GZ, US, IN) to filter raw global data locally.</a:t>
            </a:r>
            <a:endParaRPr/>
          </a:p>
          <a:p>
            <a:pPr indent="0" lvl="0" marL="914400" rtl="0" algn="l">
              <a:spcBef>
                <a:spcPts val="0"/>
              </a:spcBef>
              <a:spcAft>
                <a:spcPts val="0"/>
              </a:spcAft>
              <a:buNone/>
            </a:pPr>
            <a:r>
              <a:t/>
            </a:r>
            <a:endParaRPr/>
          </a:p>
          <a:p>
            <a:pPr indent="-317500" lvl="0" marL="457200" rtl="0" algn="l">
              <a:spcBef>
                <a:spcPts val="0"/>
              </a:spcBef>
              <a:spcAft>
                <a:spcPts val="0"/>
              </a:spcAft>
              <a:buSzPts val="1400"/>
              <a:buChar char="●"/>
            </a:pPr>
            <a:r>
              <a:rPr b="1" lang="en"/>
              <a:t>Stream Triggering:</a:t>
            </a:r>
            <a:r>
              <a:rPr lang="en"/>
              <a:t> Files are saved with a </a:t>
            </a:r>
            <a:r>
              <a:rPr lang="en">
                <a:solidFill>
                  <a:srgbClr val="188038"/>
                </a:solidFill>
              </a:rPr>
              <a:t>FORCE_</a:t>
            </a:r>
            <a:r>
              <a:rPr lang="en"/>
              <a:t> prefix in the </a:t>
            </a:r>
            <a:r>
              <a:rPr lang="en">
                <a:solidFill>
                  <a:srgbClr val="188038"/>
                </a:solidFill>
              </a:rPr>
              <a:t>/gdelt_stream</a:t>
            </a:r>
            <a:r>
              <a:rPr lang="en"/>
              <a:t> directory. </a:t>
            </a:r>
            <a:endParaRPr b="1"/>
          </a:p>
        </p:txBody>
      </p:sp>
      <p:pic>
        <p:nvPicPr>
          <p:cNvPr id="425" name="Google Shape;425;p48"/>
          <p:cNvPicPr preferRelativeResize="0"/>
          <p:nvPr/>
        </p:nvPicPr>
        <p:blipFill rotWithShape="1">
          <a:blip r:embed="rId4">
            <a:alphaModFix/>
          </a:blip>
          <a:srcRect b="0" l="1117" r="0" t="0"/>
          <a:stretch/>
        </p:blipFill>
        <p:spPr>
          <a:xfrm>
            <a:off x="5721253" y="0"/>
            <a:ext cx="3422747" cy="1895400"/>
          </a:xfrm>
          <a:prstGeom prst="rect">
            <a:avLst/>
          </a:prstGeom>
          <a:noFill/>
          <a:ln>
            <a:noFill/>
          </a:ln>
        </p:spPr>
      </p:pic>
      <p:sp>
        <p:nvSpPr>
          <p:cNvPr id="426" name="Google Shape;426;p48"/>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9"/>
          <p:cNvSpPr txBox="1"/>
          <p:nvPr>
            <p:ph type="title"/>
          </p:nvPr>
        </p:nvSpPr>
        <p:spPr>
          <a:xfrm>
            <a:off x="276075" y="457200"/>
            <a:ext cx="64329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Processor code</a:t>
            </a:r>
            <a:endParaRPr/>
          </a:p>
        </p:txBody>
      </p:sp>
      <p:sp>
        <p:nvSpPr>
          <p:cNvPr id="432" name="Google Shape;432;p49"/>
          <p:cNvSpPr txBox="1"/>
          <p:nvPr/>
        </p:nvSpPr>
        <p:spPr>
          <a:xfrm>
            <a:off x="258300" y="823500"/>
            <a:ext cx="862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1.Setup &amp; Stream (The Infrastructure)</a:t>
            </a:r>
            <a:endParaRPr b="1"/>
          </a:p>
        </p:txBody>
      </p:sp>
      <p:sp>
        <p:nvSpPr>
          <p:cNvPr id="433" name="Google Shape;433;p49"/>
          <p:cNvSpPr txBox="1"/>
          <p:nvPr/>
        </p:nvSpPr>
        <p:spPr>
          <a:xfrm>
            <a:off x="330000" y="2344625"/>
            <a:ext cx="8868000" cy="24165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b="1" lang="en"/>
              <a:t>Spark Session Config</a:t>
            </a:r>
            <a:r>
              <a:rPr lang="en"/>
              <a:t>: </a:t>
            </a:r>
            <a:endParaRPr/>
          </a:p>
          <a:p>
            <a:pPr indent="0" lvl="0" marL="457200" rtl="0" algn="l">
              <a:spcBef>
                <a:spcPts val="0"/>
              </a:spcBef>
              <a:spcAft>
                <a:spcPts val="0"/>
              </a:spcAft>
              <a:buNone/>
            </a:pPr>
            <a:r>
              <a:rPr lang="en">
                <a:solidFill>
                  <a:srgbClr val="188038"/>
                </a:solidFill>
              </a:rPr>
              <a:t>l</a:t>
            </a:r>
            <a:r>
              <a:rPr lang="en">
                <a:solidFill>
                  <a:srgbClr val="188038"/>
                </a:solidFill>
              </a:rPr>
              <a:t>ocal[2]</a:t>
            </a:r>
            <a:r>
              <a:rPr lang="en"/>
              <a:t> →</a:t>
            </a:r>
            <a:r>
              <a:rPr lang="en">
                <a:solidFill>
                  <a:schemeClr val="lt1"/>
                </a:solidFill>
                <a:highlight>
                  <a:schemeClr val="dk1"/>
                </a:highlight>
              </a:rPr>
              <a:t>using 2 CPU cores</a:t>
            </a:r>
            <a:endParaRPr>
              <a:solidFill>
                <a:schemeClr val="lt1"/>
              </a:solidFill>
              <a:highlight>
                <a:schemeClr val="dk1"/>
              </a:highlight>
            </a:endParaRPr>
          </a:p>
          <a:p>
            <a:pPr indent="0" lvl="0" marL="457200" rtl="0" algn="l">
              <a:spcBef>
                <a:spcPts val="0"/>
              </a:spcBef>
              <a:spcAft>
                <a:spcPts val="0"/>
              </a:spcAft>
              <a:buNone/>
            </a:pPr>
            <a:r>
              <a:rPr lang="en">
                <a:solidFill>
                  <a:srgbClr val="008000"/>
                </a:solidFill>
                <a:highlight>
                  <a:schemeClr val="dk1"/>
                </a:highlight>
              </a:rPr>
              <a:t>Spark.driver.memory</a:t>
            </a:r>
            <a:r>
              <a:rPr lang="en">
                <a:solidFill>
                  <a:schemeClr val="lt1"/>
                </a:solidFill>
                <a:highlight>
                  <a:schemeClr val="dk1"/>
                </a:highlight>
              </a:rPr>
              <a:t>→ 2 Gigabytes</a:t>
            </a:r>
            <a:endParaRPr>
              <a:solidFill>
                <a:schemeClr val="lt1"/>
              </a:solidFill>
              <a:highlight>
                <a:schemeClr val="dk1"/>
              </a:highlight>
            </a:endParaRPr>
          </a:p>
          <a:p>
            <a:pPr indent="457200" lvl="0" marL="0" rtl="0" algn="l">
              <a:lnSpc>
                <a:spcPct val="135714"/>
              </a:lnSpc>
              <a:spcBef>
                <a:spcPts val="0"/>
              </a:spcBef>
              <a:spcAft>
                <a:spcPts val="0"/>
              </a:spcAft>
              <a:buNone/>
            </a:pPr>
            <a:r>
              <a:rPr lang="en">
                <a:solidFill>
                  <a:srgbClr val="188038"/>
                </a:solidFill>
              </a:rPr>
              <a:t>spark.sql.shuffle.partitions = 2</a:t>
            </a:r>
            <a:r>
              <a:rPr lang="en"/>
              <a:t> to optimize performance for small, high-frequency data streams.</a:t>
            </a:r>
            <a:endParaRPr/>
          </a:p>
          <a:p>
            <a:pPr indent="-317500" lvl="0" marL="457200" rtl="0" algn="l">
              <a:spcBef>
                <a:spcPts val="0"/>
              </a:spcBef>
              <a:spcAft>
                <a:spcPts val="0"/>
              </a:spcAft>
              <a:buSzPts val="1400"/>
              <a:buChar char="●"/>
            </a:pPr>
            <a:r>
              <a:rPr b="1" lang="en"/>
              <a:t>try_cast</a:t>
            </a:r>
            <a:r>
              <a:rPr lang="en"/>
              <a:t>: </a:t>
            </a:r>
            <a:r>
              <a:rPr lang="en"/>
              <a:t>Stream Reliability, preventing the monitor from going offline if GDELT sends a single malformed record.</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b="1" lang="en"/>
              <a:t>The Classifier</a:t>
            </a:r>
            <a:r>
              <a:rPr lang="en"/>
              <a:t>: The </a:t>
            </a:r>
            <a:r>
              <a:rPr lang="en">
                <a:solidFill>
                  <a:srgbClr val="188038"/>
                </a:solidFill>
              </a:rPr>
              <a:t>classify_distress</a:t>
            </a:r>
            <a:r>
              <a:rPr lang="en"/>
              <a:t> UDF that translates raw </a:t>
            </a:r>
            <a:r>
              <a:rPr lang="en">
                <a:solidFill>
                  <a:srgbClr val="188038"/>
                </a:solidFill>
              </a:rPr>
              <a:t>Tone</a:t>
            </a:r>
            <a:r>
              <a:rPr lang="en"/>
              <a:t> values into "CRITICAL," "MONITORED," or "STABLE" statuses.</a:t>
            </a:r>
            <a:endParaRPr/>
          </a:p>
          <a:p>
            <a:pPr indent="0" lvl="0" marL="1371600" rtl="0" algn="l">
              <a:spcBef>
                <a:spcPts val="0"/>
              </a:spcBef>
              <a:spcAft>
                <a:spcPts val="0"/>
              </a:spcAft>
              <a:buNone/>
            </a:pPr>
            <a:r>
              <a:t/>
            </a:r>
            <a:endParaRPr b="1"/>
          </a:p>
        </p:txBody>
      </p:sp>
      <p:pic>
        <p:nvPicPr>
          <p:cNvPr id="434" name="Google Shape;434;p49"/>
          <p:cNvPicPr preferRelativeResize="0"/>
          <p:nvPr/>
        </p:nvPicPr>
        <p:blipFill>
          <a:blip r:embed="rId3">
            <a:alphaModFix/>
          </a:blip>
          <a:stretch>
            <a:fillRect/>
          </a:stretch>
        </p:blipFill>
        <p:spPr>
          <a:xfrm>
            <a:off x="5701100" y="0"/>
            <a:ext cx="3397175" cy="1704824"/>
          </a:xfrm>
          <a:prstGeom prst="rect">
            <a:avLst/>
          </a:prstGeom>
          <a:noFill/>
          <a:ln>
            <a:noFill/>
          </a:ln>
        </p:spPr>
      </p:pic>
      <p:pic>
        <p:nvPicPr>
          <p:cNvPr id="435" name="Google Shape;435;p49"/>
          <p:cNvPicPr preferRelativeResize="0"/>
          <p:nvPr/>
        </p:nvPicPr>
        <p:blipFill>
          <a:blip r:embed="rId4">
            <a:alphaModFix/>
          </a:blip>
          <a:stretch>
            <a:fillRect/>
          </a:stretch>
        </p:blipFill>
        <p:spPr>
          <a:xfrm>
            <a:off x="330000" y="1166126"/>
            <a:ext cx="5173351" cy="1178487"/>
          </a:xfrm>
          <a:prstGeom prst="rect">
            <a:avLst/>
          </a:prstGeom>
          <a:noFill/>
          <a:ln>
            <a:noFill/>
          </a:ln>
        </p:spPr>
      </p:pic>
      <p:sp>
        <p:nvSpPr>
          <p:cNvPr id="436" name="Google Shape;436;p49"/>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0"/>
          <p:cNvSpPr txBox="1"/>
          <p:nvPr>
            <p:ph type="title"/>
          </p:nvPr>
        </p:nvSpPr>
        <p:spPr>
          <a:xfrm>
            <a:off x="276075" y="457200"/>
            <a:ext cx="64329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Processor code</a:t>
            </a:r>
            <a:endParaRPr/>
          </a:p>
        </p:txBody>
      </p:sp>
      <p:sp>
        <p:nvSpPr>
          <p:cNvPr id="442" name="Google Shape;442;p50"/>
          <p:cNvSpPr txBox="1"/>
          <p:nvPr/>
        </p:nvSpPr>
        <p:spPr>
          <a:xfrm>
            <a:off x="258300" y="823500"/>
            <a:ext cx="862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2.</a:t>
            </a:r>
            <a:r>
              <a:rPr b="1" lang="en"/>
              <a:t>Data Quality Assurance</a:t>
            </a:r>
            <a:endParaRPr b="1"/>
          </a:p>
        </p:txBody>
      </p:sp>
      <p:sp>
        <p:nvSpPr>
          <p:cNvPr id="443" name="Google Shape;443;p50"/>
          <p:cNvSpPr txBox="1"/>
          <p:nvPr/>
        </p:nvSpPr>
        <p:spPr>
          <a:xfrm>
            <a:off x="147925" y="1223700"/>
            <a:ext cx="5589900" cy="34170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b="1" lang="en"/>
              <a:t>Static vs. Stream</a:t>
            </a:r>
            <a:r>
              <a:rPr lang="en"/>
              <a:t>: </a:t>
            </a:r>
            <a:r>
              <a:rPr b="1" lang="en"/>
              <a:t>Static Read</a:t>
            </a:r>
            <a:r>
              <a:rPr lang="en"/>
              <a:t> of the stream path </a:t>
            </a:r>
            <a:r>
              <a:rPr i="1" lang="en"/>
              <a:t>before</a:t>
            </a:r>
            <a:r>
              <a:rPr lang="en"/>
              <a:t> starting the live stream to ensure the parser works.</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b="1"/>
          </a:p>
          <a:p>
            <a:pPr indent="0" lvl="0" marL="457200" rtl="0" algn="l">
              <a:spcBef>
                <a:spcPts val="0"/>
              </a:spcBef>
              <a:spcAft>
                <a:spcPts val="0"/>
              </a:spcAft>
              <a:buNone/>
            </a:pPr>
            <a:r>
              <a:t/>
            </a:r>
            <a:endParaRPr b="1"/>
          </a:p>
          <a:p>
            <a:pPr indent="-317500" lvl="0" marL="457200" rtl="0" algn="l">
              <a:spcBef>
                <a:spcPts val="0"/>
              </a:spcBef>
              <a:spcAft>
                <a:spcPts val="0"/>
              </a:spcAft>
              <a:buSzPts val="1400"/>
              <a:buChar char="●"/>
            </a:pPr>
            <a:r>
              <a:rPr b="1" lang="en"/>
              <a:t>Validation Metrics</a:t>
            </a:r>
            <a:r>
              <a:rPr lang="en"/>
              <a:t>: The code checks for </a:t>
            </a:r>
            <a:r>
              <a:rPr lang="en">
                <a:solidFill>
                  <a:srgbClr val="188038"/>
                </a:solidFill>
              </a:rPr>
              <a:t>null_count</a:t>
            </a:r>
            <a:r>
              <a:rPr lang="en"/>
              <a:t> in timestamps and calculates the </a:t>
            </a:r>
            <a:r>
              <a:rPr lang="en">
                <a:solidFill>
                  <a:srgbClr val="188038"/>
                </a:solidFill>
              </a:rPr>
              <a:t>earliest_event</a:t>
            </a:r>
            <a:r>
              <a:rPr lang="en"/>
              <a:t> and </a:t>
            </a:r>
            <a:r>
              <a:rPr lang="en">
                <a:solidFill>
                  <a:srgbClr val="188038"/>
                </a:solidFill>
              </a:rPr>
              <a:t>latest_event</a:t>
            </a:r>
            <a:r>
              <a:rPr lang="en"/>
              <a:t> to verify time-parsing accuracy.</a:t>
            </a:r>
            <a:endParaRPr/>
          </a:p>
          <a:p>
            <a:pPr indent="0" lvl="0" marL="1371600" rtl="0" algn="l">
              <a:spcBef>
                <a:spcPts val="0"/>
              </a:spcBef>
              <a:spcAft>
                <a:spcPts val="0"/>
              </a:spcAft>
              <a:buNone/>
            </a:pPr>
            <a:r>
              <a:t/>
            </a:r>
            <a:endParaRPr b="1"/>
          </a:p>
        </p:txBody>
      </p:sp>
      <p:pic>
        <p:nvPicPr>
          <p:cNvPr id="444" name="Google Shape;444;p50"/>
          <p:cNvPicPr preferRelativeResize="0"/>
          <p:nvPr/>
        </p:nvPicPr>
        <p:blipFill>
          <a:blip r:embed="rId3">
            <a:alphaModFix/>
          </a:blip>
          <a:stretch>
            <a:fillRect/>
          </a:stretch>
        </p:blipFill>
        <p:spPr>
          <a:xfrm>
            <a:off x="5737850" y="0"/>
            <a:ext cx="3406149" cy="2497849"/>
          </a:xfrm>
          <a:prstGeom prst="rect">
            <a:avLst/>
          </a:prstGeom>
          <a:noFill/>
          <a:ln>
            <a:noFill/>
          </a:ln>
        </p:spPr>
      </p:pic>
      <p:pic>
        <p:nvPicPr>
          <p:cNvPr id="445" name="Google Shape;445;p50"/>
          <p:cNvPicPr preferRelativeResize="0"/>
          <p:nvPr/>
        </p:nvPicPr>
        <p:blipFill>
          <a:blip r:embed="rId4">
            <a:alphaModFix/>
          </a:blip>
          <a:stretch>
            <a:fillRect/>
          </a:stretch>
        </p:blipFill>
        <p:spPr>
          <a:xfrm>
            <a:off x="898950" y="1780650"/>
            <a:ext cx="4511399" cy="1582200"/>
          </a:xfrm>
          <a:prstGeom prst="rect">
            <a:avLst/>
          </a:prstGeom>
          <a:noFill/>
          <a:ln>
            <a:noFill/>
          </a:ln>
        </p:spPr>
      </p:pic>
      <p:sp>
        <p:nvSpPr>
          <p:cNvPr id="446" name="Google Shape;446;p50"/>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51"/>
          <p:cNvSpPr txBox="1"/>
          <p:nvPr>
            <p:ph type="title"/>
          </p:nvPr>
        </p:nvSpPr>
        <p:spPr>
          <a:xfrm>
            <a:off x="276075" y="457200"/>
            <a:ext cx="64329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Processor code</a:t>
            </a:r>
            <a:endParaRPr/>
          </a:p>
        </p:txBody>
      </p:sp>
      <p:sp>
        <p:nvSpPr>
          <p:cNvPr id="452" name="Google Shape;452;p51"/>
          <p:cNvSpPr txBox="1"/>
          <p:nvPr/>
        </p:nvSpPr>
        <p:spPr>
          <a:xfrm>
            <a:off x="258300" y="823500"/>
            <a:ext cx="862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3.</a:t>
            </a:r>
            <a:r>
              <a:rPr b="1" lang="en"/>
              <a:t>Real-Time Analytical Aggregations</a:t>
            </a:r>
            <a:endParaRPr b="1"/>
          </a:p>
        </p:txBody>
      </p:sp>
      <p:sp>
        <p:nvSpPr>
          <p:cNvPr id="453" name="Google Shape;453;p51"/>
          <p:cNvSpPr txBox="1"/>
          <p:nvPr/>
        </p:nvSpPr>
        <p:spPr>
          <a:xfrm>
            <a:off x="258300" y="1292525"/>
            <a:ext cx="53403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Global Pulse:</a:t>
            </a:r>
            <a:r>
              <a:rPr lang="en"/>
              <a:t> Total count of events by </a:t>
            </a:r>
            <a:r>
              <a:rPr lang="en">
                <a:solidFill>
                  <a:srgbClr val="188038"/>
                </a:solidFill>
              </a:rPr>
              <a:t>DistressStatus</a:t>
            </a:r>
            <a:r>
              <a:rPr lang="en"/>
              <a:t>.</a:t>
            </a:r>
            <a:endParaRPr/>
          </a:p>
          <a:p>
            <a:pPr indent="0" lvl="0" marL="0" rtl="0" algn="l">
              <a:spcBef>
                <a:spcPts val="0"/>
              </a:spcBef>
              <a:spcAft>
                <a:spcPts val="0"/>
              </a:spcAft>
              <a:buNone/>
            </a:pPr>
            <a:r>
              <a:rPr b="1" lang="en"/>
              <a:t>Country Intensity:</a:t>
            </a:r>
            <a:r>
              <a:rPr lang="en"/>
              <a:t> </a:t>
            </a:r>
            <a:r>
              <a:rPr lang="en">
                <a:solidFill>
                  <a:srgbClr val="188038"/>
                </a:solidFill>
              </a:rPr>
              <a:t>avg(Tone)</a:t>
            </a:r>
            <a:r>
              <a:rPr lang="en"/>
              <a:t> and </a:t>
            </a:r>
            <a:r>
              <a:rPr lang="en">
                <a:solidFill>
                  <a:srgbClr val="188038"/>
                </a:solidFill>
              </a:rPr>
              <a:t>avg(Goldstein)</a:t>
            </a:r>
            <a:r>
              <a:rPr lang="en"/>
              <a:t> per nation.</a:t>
            </a:r>
            <a:endParaRPr/>
          </a:p>
          <a:p>
            <a:pPr indent="0" lvl="0" marL="0" rtl="0" algn="l">
              <a:spcBef>
                <a:spcPts val="0"/>
              </a:spcBef>
              <a:spcAft>
                <a:spcPts val="0"/>
              </a:spcAft>
              <a:buNone/>
            </a:pPr>
            <a:r>
              <a:rPr b="1" lang="en"/>
              <a:t>Drill-Down:</a:t>
            </a:r>
            <a:r>
              <a:rPr lang="en"/>
              <a:t> Intersection of </a:t>
            </a:r>
            <a:r>
              <a:rPr lang="en">
                <a:solidFill>
                  <a:srgbClr val="188038"/>
                </a:solidFill>
              </a:rPr>
              <a:t>Country</a:t>
            </a:r>
            <a:r>
              <a:rPr lang="en"/>
              <a:t> + </a:t>
            </a:r>
            <a:r>
              <a:rPr lang="en">
                <a:solidFill>
                  <a:srgbClr val="188038"/>
                </a:solidFill>
              </a:rPr>
              <a:t>DistressStatus</a:t>
            </a:r>
            <a:r>
              <a:rPr lang="en"/>
              <a:t>.</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b="1" lang="en"/>
              <a:t>outputMode('complete')</a:t>
            </a:r>
            <a:r>
              <a:rPr lang="en"/>
              <a:t>-This ensures our dashboard always displays the most up-to-date cumulative totals.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b="1" lang="en"/>
              <a:t>Memory Sink</a:t>
            </a:r>
            <a:r>
              <a:rPr lang="en"/>
              <a:t>- for a real-time monitor It allows us to store the results in RAM. </a:t>
            </a:r>
            <a:endParaRPr b="1"/>
          </a:p>
        </p:txBody>
      </p:sp>
      <p:pic>
        <p:nvPicPr>
          <p:cNvPr id="454" name="Google Shape;454;p51"/>
          <p:cNvPicPr preferRelativeResize="0"/>
          <p:nvPr/>
        </p:nvPicPr>
        <p:blipFill>
          <a:blip r:embed="rId3">
            <a:alphaModFix/>
          </a:blip>
          <a:stretch>
            <a:fillRect/>
          </a:stretch>
        </p:blipFill>
        <p:spPr>
          <a:xfrm>
            <a:off x="5737850" y="0"/>
            <a:ext cx="3406150" cy="2270776"/>
          </a:xfrm>
          <a:prstGeom prst="rect">
            <a:avLst/>
          </a:prstGeom>
          <a:noFill/>
          <a:ln>
            <a:noFill/>
          </a:ln>
        </p:spPr>
      </p:pic>
      <p:sp>
        <p:nvSpPr>
          <p:cNvPr id="455" name="Google Shape;455;p51"/>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52"/>
          <p:cNvSpPr txBox="1"/>
          <p:nvPr>
            <p:ph type="title"/>
          </p:nvPr>
        </p:nvSpPr>
        <p:spPr>
          <a:xfrm>
            <a:off x="276075" y="457200"/>
            <a:ext cx="64329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Processor code</a:t>
            </a:r>
            <a:endParaRPr/>
          </a:p>
        </p:txBody>
      </p:sp>
      <p:sp>
        <p:nvSpPr>
          <p:cNvPr id="461" name="Google Shape;461;p52"/>
          <p:cNvSpPr txBox="1"/>
          <p:nvPr/>
        </p:nvSpPr>
        <p:spPr>
          <a:xfrm>
            <a:off x="258300" y="912375"/>
            <a:ext cx="862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4.</a:t>
            </a:r>
            <a:r>
              <a:rPr b="1" lang="en"/>
              <a:t>Event Time Windows</a:t>
            </a:r>
            <a:endParaRPr b="1"/>
          </a:p>
        </p:txBody>
      </p:sp>
      <p:sp>
        <p:nvSpPr>
          <p:cNvPr id="462" name="Google Shape;462;p52"/>
          <p:cNvSpPr txBox="1"/>
          <p:nvPr/>
        </p:nvSpPr>
        <p:spPr>
          <a:xfrm>
            <a:off x="276075" y="1312575"/>
            <a:ext cx="4674300" cy="19086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b="1" lang="en"/>
              <a:t>T</a:t>
            </a:r>
            <a:r>
              <a:rPr b="1" lang="en"/>
              <a:t>umbling Windows</a:t>
            </a:r>
            <a:r>
              <a:rPr lang="en"/>
              <a:t>: Fixed 2-hour blocks used to count events per country without overlap.</a:t>
            </a:r>
            <a:endParaRPr/>
          </a:p>
          <a:p>
            <a:pPr indent="-317500" lvl="0" marL="457200" rtl="0" algn="l">
              <a:spcBef>
                <a:spcPts val="0"/>
              </a:spcBef>
              <a:spcAft>
                <a:spcPts val="0"/>
              </a:spcAft>
              <a:buSzPts val="1400"/>
              <a:buChar char="●"/>
            </a:pPr>
            <a:r>
              <a:rPr b="1" lang="en"/>
              <a:t>Sliding Windows</a:t>
            </a:r>
            <a:r>
              <a:rPr lang="en"/>
              <a:t>: 2-hour windows sliding every 1 hour to detect rapid shifts in conflict intensity.</a:t>
            </a:r>
            <a:endParaRPr/>
          </a:p>
          <a:p>
            <a:pPr indent="-317500" lvl="0" marL="457200" rtl="0" algn="l">
              <a:spcBef>
                <a:spcPts val="0"/>
              </a:spcBef>
              <a:spcAft>
                <a:spcPts val="0"/>
              </a:spcAft>
              <a:buSzPts val="1400"/>
              <a:buChar char="●"/>
            </a:pPr>
            <a:r>
              <a:rPr b="1" lang="en"/>
              <a:t>Watermarking</a:t>
            </a:r>
            <a:r>
              <a:rPr lang="en"/>
              <a:t>: Implementation of a </a:t>
            </a:r>
            <a:r>
              <a:rPr b="1" lang="en"/>
              <a:t>2-hour Watermark</a:t>
            </a:r>
            <a:r>
              <a:rPr lang="en"/>
              <a:t> to manage late-arriving data and clean up old state from memory.</a:t>
            </a:r>
            <a:endParaRPr/>
          </a:p>
          <a:p>
            <a:pPr indent="0" lvl="0" marL="1828800" rtl="0" algn="l">
              <a:spcBef>
                <a:spcPts val="0"/>
              </a:spcBef>
              <a:spcAft>
                <a:spcPts val="0"/>
              </a:spcAft>
              <a:buNone/>
            </a:pPr>
            <a:r>
              <a:t/>
            </a:r>
            <a:endParaRPr b="1"/>
          </a:p>
        </p:txBody>
      </p:sp>
      <p:pic>
        <p:nvPicPr>
          <p:cNvPr id="463" name="Google Shape;463;p52"/>
          <p:cNvPicPr preferRelativeResize="0"/>
          <p:nvPr/>
        </p:nvPicPr>
        <p:blipFill>
          <a:blip r:embed="rId3">
            <a:alphaModFix/>
          </a:blip>
          <a:stretch>
            <a:fillRect/>
          </a:stretch>
        </p:blipFill>
        <p:spPr>
          <a:xfrm>
            <a:off x="6080700" y="1263125"/>
            <a:ext cx="3063300" cy="1657350"/>
          </a:xfrm>
          <a:prstGeom prst="rect">
            <a:avLst/>
          </a:prstGeom>
          <a:noFill/>
          <a:ln>
            <a:noFill/>
          </a:ln>
        </p:spPr>
      </p:pic>
      <p:sp>
        <p:nvSpPr>
          <p:cNvPr id="464" name="Google Shape;464;p52"/>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53"/>
          <p:cNvSpPr txBox="1"/>
          <p:nvPr>
            <p:ph type="title"/>
          </p:nvPr>
        </p:nvSpPr>
        <p:spPr>
          <a:xfrm>
            <a:off x="276075" y="457200"/>
            <a:ext cx="6432900" cy="366300"/>
          </a:xfrm>
          <a:prstGeom prst="rect">
            <a:avLst/>
          </a:prstGeom>
        </p:spPr>
        <p:txBody>
          <a:bodyPr anchorCtr="0" anchor="t" bIns="0" lIns="0" spcFirstLastPara="1" rIns="0" wrap="square" tIns="0">
            <a:spAutoFit/>
          </a:bodyPr>
          <a:lstStyle/>
          <a:p>
            <a:pPr indent="0" lvl="0" marL="0" rtl="0" algn="l">
              <a:lnSpc>
                <a:spcPct val="85000"/>
              </a:lnSpc>
              <a:spcBef>
                <a:spcPts val="0"/>
              </a:spcBef>
              <a:spcAft>
                <a:spcPts val="0"/>
              </a:spcAft>
              <a:buClr>
                <a:schemeClr val="lt1"/>
              </a:buClr>
              <a:buSzPts val="1100"/>
              <a:buNone/>
            </a:pPr>
            <a:r>
              <a:rPr lang="en"/>
              <a:t>Processor code</a:t>
            </a:r>
            <a:endParaRPr/>
          </a:p>
        </p:txBody>
      </p:sp>
      <p:sp>
        <p:nvSpPr>
          <p:cNvPr id="470" name="Google Shape;470;p53"/>
          <p:cNvSpPr txBox="1"/>
          <p:nvPr/>
        </p:nvSpPr>
        <p:spPr>
          <a:xfrm>
            <a:off x="258300" y="912375"/>
            <a:ext cx="8627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5.Output</a:t>
            </a:r>
            <a:endParaRPr/>
          </a:p>
        </p:txBody>
      </p:sp>
      <p:pic>
        <p:nvPicPr>
          <p:cNvPr id="471" name="Google Shape;471;p53"/>
          <p:cNvPicPr preferRelativeResize="0"/>
          <p:nvPr/>
        </p:nvPicPr>
        <p:blipFill>
          <a:blip r:embed="rId3">
            <a:alphaModFix/>
          </a:blip>
          <a:stretch>
            <a:fillRect/>
          </a:stretch>
        </p:blipFill>
        <p:spPr>
          <a:xfrm>
            <a:off x="6474275" y="457200"/>
            <a:ext cx="2609850" cy="1752600"/>
          </a:xfrm>
          <a:prstGeom prst="rect">
            <a:avLst/>
          </a:prstGeom>
          <a:noFill/>
          <a:ln>
            <a:noFill/>
          </a:ln>
        </p:spPr>
      </p:pic>
      <p:graphicFrame>
        <p:nvGraphicFramePr>
          <p:cNvPr id="472" name="Google Shape;472;p53"/>
          <p:cNvGraphicFramePr/>
          <p:nvPr/>
        </p:nvGraphicFramePr>
        <p:xfrm>
          <a:off x="1408175" y="1117738"/>
          <a:ext cx="3000000" cy="3000000"/>
        </p:xfrm>
        <a:graphic>
          <a:graphicData uri="http://schemas.openxmlformats.org/drawingml/2006/table">
            <a:tbl>
              <a:tblPr>
                <a:noFill/>
                <a:tableStyleId>{4B41E3DE-9536-41A4-A809-FC6227A7D1ED}</a:tableStyleId>
              </a:tblPr>
              <a:tblGrid>
                <a:gridCol w="2256825"/>
                <a:gridCol w="2051650"/>
              </a:tblGrid>
              <a:tr h="445000">
                <a:tc>
                  <a:txBody>
                    <a:bodyPr/>
                    <a:lstStyle/>
                    <a:p>
                      <a:pPr indent="0" lvl="0" marL="0" rtl="0" algn="l">
                        <a:lnSpc>
                          <a:spcPct val="115000"/>
                        </a:lnSpc>
                        <a:spcBef>
                          <a:spcPts val="0"/>
                        </a:spcBef>
                        <a:spcAft>
                          <a:spcPts val="0"/>
                        </a:spcAft>
                        <a:buNone/>
                      </a:pPr>
                      <a:r>
                        <a:rPr b="1" lang="en" sz="1100">
                          <a:solidFill>
                            <a:srgbClr val="1F1F1F"/>
                          </a:solidFill>
                        </a:rPr>
                        <a:t>File Name (.csv)</a:t>
                      </a:r>
                      <a:endParaRPr b="1" sz="1100">
                        <a:solidFill>
                          <a:srgbClr val="1F1F1F"/>
                        </a:solidFill>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 sz="1100">
                          <a:solidFill>
                            <a:srgbClr val="1F1F1F"/>
                          </a:solidFill>
                        </a:rPr>
                        <a:t>Functional Role</a:t>
                      </a:r>
                      <a:endParaRPr b="1" sz="1100">
                        <a:solidFill>
                          <a:srgbClr val="1F1F1F"/>
                        </a:solidFill>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553950">
                <a:tc>
                  <a:txBody>
                    <a:bodyPr/>
                    <a:lstStyle/>
                    <a:p>
                      <a:pPr indent="0" lvl="0" marL="0" rtl="0" algn="l">
                        <a:lnSpc>
                          <a:spcPct val="115000"/>
                        </a:lnSpc>
                        <a:spcBef>
                          <a:spcPts val="0"/>
                        </a:spcBef>
                        <a:spcAft>
                          <a:spcPts val="0"/>
                        </a:spcAft>
                        <a:buNone/>
                      </a:pPr>
                      <a:r>
                        <a:rPr b="1" lang="en" sz="1100">
                          <a:solidFill>
                            <a:srgbClr val="444746"/>
                          </a:solidFill>
                          <a:highlight>
                            <a:srgbClr val="E9EEF6"/>
                          </a:highlight>
                        </a:rPr>
                        <a:t>final_distress_totals</a:t>
                      </a:r>
                      <a:endParaRPr b="1" sz="1100">
                        <a:solidFill>
                          <a:srgbClr val="444746"/>
                        </a:solidFill>
                        <a:highlight>
                          <a:srgbClr val="E9EEF6"/>
                        </a:highlight>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Global Severity Index</a:t>
                      </a:r>
                      <a:endParaRPr b="1" sz="1100">
                        <a:solidFill>
                          <a:srgbClr val="1F1F1F"/>
                        </a:solidFill>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53950">
                <a:tc>
                  <a:txBody>
                    <a:bodyPr/>
                    <a:lstStyle/>
                    <a:p>
                      <a:pPr indent="0" lvl="0" marL="0" rtl="0" algn="l">
                        <a:lnSpc>
                          <a:spcPct val="115000"/>
                        </a:lnSpc>
                        <a:spcBef>
                          <a:spcPts val="0"/>
                        </a:spcBef>
                        <a:spcAft>
                          <a:spcPts val="0"/>
                        </a:spcAft>
                        <a:buNone/>
                      </a:pPr>
                      <a:r>
                        <a:rPr b="1" lang="en" sz="1100">
                          <a:solidFill>
                            <a:srgbClr val="444746"/>
                          </a:solidFill>
                          <a:highlight>
                            <a:srgbClr val="E9EEF6"/>
                          </a:highlight>
                        </a:rPr>
                        <a:t>final_country_totals</a:t>
                      </a:r>
                      <a:endParaRPr b="1" sz="1100">
                        <a:solidFill>
                          <a:srgbClr val="444746"/>
                        </a:solidFill>
                        <a:highlight>
                          <a:srgbClr val="E9EEF6"/>
                        </a:highlight>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Geopolitical Heatmap</a:t>
                      </a:r>
                      <a:endParaRPr b="1" sz="1100">
                        <a:solidFill>
                          <a:srgbClr val="1F1F1F"/>
                        </a:solidFill>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53950">
                <a:tc>
                  <a:txBody>
                    <a:bodyPr/>
                    <a:lstStyle/>
                    <a:p>
                      <a:pPr indent="0" lvl="0" marL="0" rtl="0" algn="l">
                        <a:lnSpc>
                          <a:spcPct val="115000"/>
                        </a:lnSpc>
                        <a:spcBef>
                          <a:spcPts val="0"/>
                        </a:spcBef>
                        <a:spcAft>
                          <a:spcPts val="0"/>
                        </a:spcAft>
                        <a:buNone/>
                      </a:pPr>
                      <a:r>
                        <a:rPr b="1" lang="en" sz="1100">
                          <a:solidFill>
                            <a:srgbClr val="444746"/>
                          </a:solidFill>
                          <a:highlight>
                            <a:srgbClr val="E9EEF6"/>
                          </a:highlight>
                        </a:rPr>
                        <a:t>final_country_breakdown</a:t>
                      </a:r>
                      <a:endParaRPr b="1" sz="1100">
                        <a:solidFill>
                          <a:srgbClr val="444746"/>
                        </a:solidFill>
                        <a:highlight>
                          <a:srgbClr val="E9EEF6"/>
                        </a:highlight>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Regional Drill-down</a:t>
                      </a:r>
                      <a:endParaRPr b="1" sz="1100">
                        <a:solidFill>
                          <a:srgbClr val="1F1F1F"/>
                        </a:solidFill>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53950">
                <a:tc>
                  <a:txBody>
                    <a:bodyPr/>
                    <a:lstStyle/>
                    <a:p>
                      <a:pPr indent="0" lvl="0" marL="0" rtl="0" algn="l">
                        <a:lnSpc>
                          <a:spcPct val="115000"/>
                        </a:lnSpc>
                        <a:spcBef>
                          <a:spcPts val="0"/>
                        </a:spcBef>
                        <a:spcAft>
                          <a:spcPts val="0"/>
                        </a:spcAft>
                        <a:buNone/>
                      </a:pPr>
                      <a:r>
                        <a:rPr b="1" lang="en" sz="1100">
                          <a:solidFill>
                            <a:srgbClr val="444746"/>
                          </a:solidFill>
                          <a:highlight>
                            <a:srgbClr val="E9EEF6"/>
                          </a:highlight>
                        </a:rPr>
                        <a:t>final_event_window</a:t>
                      </a:r>
                      <a:endParaRPr b="1" sz="1100">
                        <a:solidFill>
                          <a:srgbClr val="444746"/>
                        </a:solidFill>
                        <a:highlight>
                          <a:srgbClr val="E9EEF6"/>
                        </a:highlight>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Chronological Volume</a:t>
                      </a:r>
                      <a:endParaRPr b="1" sz="1100">
                        <a:solidFill>
                          <a:srgbClr val="1F1F1F"/>
                        </a:solidFill>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553950">
                <a:tc>
                  <a:txBody>
                    <a:bodyPr/>
                    <a:lstStyle/>
                    <a:p>
                      <a:pPr indent="0" lvl="0" marL="0" rtl="0" algn="l">
                        <a:lnSpc>
                          <a:spcPct val="115000"/>
                        </a:lnSpc>
                        <a:spcBef>
                          <a:spcPts val="0"/>
                        </a:spcBef>
                        <a:spcAft>
                          <a:spcPts val="0"/>
                        </a:spcAft>
                        <a:buNone/>
                      </a:pPr>
                      <a:r>
                        <a:rPr b="1" lang="en" sz="1100">
                          <a:solidFill>
                            <a:srgbClr val="444746"/>
                          </a:solidFill>
                          <a:highlight>
                            <a:srgbClr val="E9EEF6"/>
                          </a:highlight>
                        </a:rPr>
                        <a:t>final_event_sliding</a:t>
                      </a:r>
                      <a:endParaRPr b="1" sz="1100">
                        <a:solidFill>
                          <a:srgbClr val="444746"/>
                        </a:solidFill>
                        <a:highlight>
                          <a:srgbClr val="E9EEF6"/>
                        </a:highlight>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Momentum Tracker</a:t>
                      </a:r>
                      <a:endParaRPr b="1" sz="1100">
                        <a:solidFill>
                          <a:srgbClr val="1F1F1F"/>
                        </a:solidFill>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616150">
                <a:tc>
                  <a:txBody>
                    <a:bodyPr/>
                    <a:lstStyle/>
                    <a:p>
                      <a:pPr indent="0" lvl="0" marL="0" rtl="0" algn="l">
                        <a:lnSpc>
                          <a:spcPct val="115000"/>
                        </a:lnSpc>
                        <a:spcBef>
                          <a:spcPts val="0"/>
                        </a:spcBef>
                        <a:spcAft>
                          <a:spcPts val="0"/>
                        </a:spcAft>
                        <a:buNone/>
                      </a:pPr>
                      <a:r>
                        <a:rPr b="1" lang="en" sz="1100">
                          <a:solidFill>
                            <a:srgbClr val="444746"/>
                          </a:solidFill>
                          <a:highlight>
                            <a:srgbClr val="E9EEF6"/>
                          </a:highlight>
                        </a:rPr>
                        <a:t>final_event_distress</a:t>
                      </a:r>
                      <a:endParaRPr b="1" sz="1100">
                        <a:solidFill>
                          <a:srgbClr val="444746"/>
                        </a:solidFill>
                        <a:highlight>
                          <a:srgbClr val="E9EEF6"/>
                        </a:highlight>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sz="1100">
                          <a:solidFill>
                            <a:srgbClr val="1F1F1F"/>
                          </a:solidFill>
                        </a:rPr>
                        <a:t>Temporal Crisis Deep-Dive</a:t>
                      </a:r>
                      <a:endParaRPr b="1" sz="1100">
                        <a:solidFill>
                          <a:srgbClr val="1F1F1F"/>
                        </a:solidFill>
                      </a:endParaRPr>
                    </a:p>
                  </a:txBody>
                  <a:tcPr marT="152400" marB="152400" marR="114300" marL="91425">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
        <p:nvSpPr>
          <p:cNvPr id="473" name="Google Shape;473;p53"/>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pic>
        <p:nvPicPr>
          <p:cNvPr id="478" name="Google Shape;478;p54"/>
          <p:cNvPicPr preferRelativeResize="0"/>
          <p:nvPr/>
        </p:nvPicPr>
        <p:blipFill>
          <a:blip r:embed="rId3">
            <a:alphaModFix/>
          </a:blip>
          <a:stretch>
            <a:fillRect/>
          </a:stretch>
        </p:blipFill>
        <p:spPr>
          <a:xfrm>
            <a:off x="439825" y="172575"/>
            <a:ext cx="7865260" cy="4511149"/>
          </a:xfrm>
          <a:prstGeom prst="rect">
            <a:avLst/>
          </a:prstGeom>
          <a:noFill/>
          <a:ln>
            <a:noFill/>
          </a:ln>
        </p:spPr>
      </p:pic>
      <p:sp>
        <p:nvSpPr>
          <p:cNvPr id="479" name="Google Shape;479;p54"/>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83" name="Shape 483"/>
        <p:cNvGrpSpPr/>
        <p:nvPr/>
      </p:nvGrpSpPr>
      <p:grpSpPr>
        <a:xfrm>
          <a:off x="0" y="0"/>
          <a:ext cx="0" cy="0"/>
          <a:chOff x="0" y="0"/>
          <a:chExt cx="0" cy="0"/>
        </a:xfrm>
      </p:grpSpPr>
      <p:sp>
        <p:nvSpPr>
          <p:cNvPr id="484" name="Google Shape;484;p55"/>
          <p:cNvSpPr txBox="1"/>
          <p:nvPr>
            <p:ph type="title"/>
          </p:nvPr>
        </p:nvSpPr>
        <p:spPr>
          <a:xfrm>
            <a:off x="837250" y="457200"/>
            <a:ext cx="68856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Visualizations</a:t>
            </a:r>
            <a:endParaRPr/>
          </a:p>
        </p:txBody>
      </p:sp>
      <p:pic>
        <p:nvPicPr>
          <p:cNvPr id="485" name="Google Shape;485;p55"/>
          <p:cNvPicPr preferRelativeResize="0"/>
          <p:nvPr/>
        </p:nvPicPr>
        <p:blipFill>
          <a:blip r:embed="rId3">
            <a:alphaModFix/>
          </a:blip>
          <a:stretch>
            <a:fillRect/>
          </a:stretch>
        </p:blipFill>
        <p:spPr>
          <a:xfrm>
            <a:off x="1026500" y="1141188"/>
            <a:ext cx="7090999" cy="3286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1"/>
        </a:solidFill>
      </p:bgPr>
    </p:bg>
    <p:spTree>
      <p:nvGrpSpPr>
        <p:cNvPr id="489" name="Shape 489"/>
        <p:cNvGrpSpPr/>
        <p:nvPr/>
      </p:nvGrpSpPr>
      <p:grpSpPr>
        <a:xfrm>
          <a:off x="0" y="0"/>
          <a:ext cx="0" cy="0"/>
          <a:chOff x="0" y="0"/>
          <a:chExt cx="0" cy="0"/>
        </a:xfrm>
      </p:grpSpPr>
      <p:sp>
        <p:nvSpPr>
          <p:cNvPr id="490" name="Google Shape;490;p56"/>
          <p:cNvSpPr txBox="1"/>
          <p:nvPr>
            <p:ph type="title"/>
          </p:nvPr>
        </p:nvSpPr>
        <p:spPr>
          <a:xfrm>
            <a:off x="837250" y="457200"/>
            <a:ext cx="6885600" cy="3879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Visualizations</a:t>
            </a:r>
            <a:endParaRPr/>
          </a:p>
        </p:txBody>
      </p:sp>
      <p:pic>
        <p:nvPicPr>
          <p:cNvPr id="491" name="Google Shape;491;p56"/>
          <p:cNvPicPr preferRelativeResize="0"/>
          <p:nvPr/>
        </p:nvPicPr>
        <p:blipFill>
          <a:blip r:embed="rId3">
            <a:alphaModFix/>
          </a:blip>
          <a:stretch>
            <a:fillRect/>
          </a:stretch>
        </p:blipFill>
        <p:spPr>
          <a:xfrm>
            <a:off x="992363" y="1081176"/>
            <a:ext cx="7253174" cy="3362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p57"/>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layfair Display Medium"/>
                <a:ea typeface="Playfair Display Medium"/>
                <a:cs typeface="Playfair Display Medium"/>
                <a:sym typeface="Playfair Display Medium"/>
              </a:rPr>
              <a:t>No universal definition of conflict escalation</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latin typeface="Playfair Display Medium"/>
                <a:ea typeface="Playfair Display Medium"/>
                <a:cs typeface="Playfair Display Medium"/>
                <a:sym typeface="Playfair Display Medium"/>
              </a:rPr>
              <a:t>Is escalation driven by volume, severity, tone, or geographic spread?</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latin typeface="Playfair Display Medium"/>
                <a:ea typeface="Playfair Display Medium"/>
                <a:cs typeface="Playfair Display Medium"/>
                <a:sym typeface="Playfair Display Medium"/>
              </a:rPr>
              <a:t>Raw event counts may reflect media attention rather than actual instability</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p:txBody>
      </p:sp>
      <p:sp>
        <p:nvSpPr>
          <p:cNvPr id="497" name="Google Shape;497;p57"/>
          <p:cNvSpPr txBox="1"/>
          <p:nvPr>
            <p:ph idx="4" type="subTitle"/>
          </p:nvPr>
        </p:nvSpPr>
        <p:spPr>
          <a:xfrm>
            <a:off x="3347725" y="1336150"/>
            <a:ext cx="2455500" cy="778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latin typeface="Playfair Display Medium"/>
                <a:ea typeface="Playfair Display Medium"/>
                <a:cs typeface="Playfair Display Medium"/>
                <a:sym typeface="Playfair Display Medium"/>
              </a:rPr>
              <a:t>Real-Time Processing</a:t>
            </a:r>
            <a:endParaRPr sz="1800">
              <a:latin typeface="Playfair Display Medium"/>
              <a:ea typeface="Playfair Display Medium"/>
              <a:cs typeface="Playfair Display Medium"/>
              <a:sym typeface="Playfair Display Medium"/>
            </a:endParaRPr>
          </a:p>
        </p:txBody>
      </p:sp>
      <p:sp>
        <p:nvSpPr>
          <p:cNvPr id="498" name="Google Shape;498;p57"/>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layfair Display Medium"/>
                <a:ea typeface="Playfair Display Medium"/>
                <a:cs typeface="Playfair Display Medium"/>
                <a:sym typeface="Playfair Display Medium"/>
              </a:rPr>
              <a:t>Duplicate reporting across multiple news sources inflates event counts</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latin typeface="Playfair Display Medium"/>
                <a:ea typeface="Playfair Display Medium"/>
                <a:cs typeface="Playfair Display Medium"/>
                <a:sym typeface="Playfair Display Medium"/>
              </a:rPr>
              <a:t>Media bias leads to overreporting in some regions and underreporting in others</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latin typeface="Playfair Display Medium"/>
                <a:ea typeface="Playfair Display Medium"/>
                <a:cs typeface="Playfair Display Medium"/>
                <a:sym typeface="Playfair Display Medium"/>
              </a:rPr>
              <a:t>Sentiment/tone scores may not accurately reflect actual conflict severity</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p:txBody>
      </p:sp>
      <p:sp>
        <p:nvSpPr>
          <p:cNvPr id="499" name="Google Shape;499;p57"/>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latin typeface="Playfair Display Medium"/>
                <a:ea typeface="Playfair Display Medium"/>
                <a:cs typeface="Playfair Display Medium"/>
                <a:sym typeface="Playfair Display Medium"/>
              </a:rPr>
              <a:t>GDELT updates every 15 minutes, requiring near real-time ingestion</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latin typeface="Playfair Display Medium"/>
                <a:ea typeface="Playfair Display Medium"/>
                <a:cs typeface="Playfair Display Medium"/>
                <a:sym typeface="Playfair Display Medium"/>
              </a:rPr>
              <a:t>Data may arrive out of order, incomplete, or delayed across regions</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rPr lang="en">
                <a:latin typeface="Playfair Display Medium"/>
                <a:ea typeface="Playfair Display Medium"/>
                <a:cs typeface="Playfair Display Medium"/>
                <a:sym typeface="Playfair Display Medium"/>
              </a:rPr>
              <a:t>Maintaining consistent state across rolling time windows is complex</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a:p>
            <a:pPr indent="0" lvl="0" marL="0" rtl="0" algn="l">
              <a:spcBef>
                <a:spcPts val="0"/>
              </a:spcBef>
              <a:spcAft>
                <a:spcPts val="0"/>
              </a:spcAft>
              <a:buNone/>
            </a:pPr>
            <a:r>
              <a:t/>
            </a:r>
            <a:endParaRPr>
              <a:latin typeface="Playfair Display Medium"/>
              <a:ea typeface="Playfair Display Medium"/>
              <a:cs typeface="Playfair Display Medium"/>
              <a:sym typeface="Playfair Display Medium"/>
            </a:endParaRPr>
          </a:p>
        </p:txBody>
      </p:sp>
      <p:sp>
        <p:nvSpPr>
          <p:cNvPr id="500" name="Google Shape;500;p57"/>
          <p:cNvSpPr txBox="1"/>
          <p:nvPr>
            <p:ph type="title"/>
          </p:nvPr>
        </p:nvSpPr>
        <p:spPr>
          <a:xfrm>
            <a:off x="358650" y="347650"/>
            <a:ext cx="8520600" cy="572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latin typeface="Playfair Display"/>
                <a:ea typeface="Playfair Display"/>
                <a:cs typeface="Playfair Display"/>
                <a:sym typeface="Playfair Display"/>
              </a:rPr>
              <a:t>Facing the Challenges Ahead</a:t>
            </a:r>
            <a:endParaRPr sz="2400">
              <a:latin typeface="Playfair Display"/>
              <a:ea typeface="Playfair Display"/>
              <a:cs typeface="Playfair Display"/>
              <a:sym typeface="Playfair Display"/>
            </a:endParaRPr>
          </a:p>
        </p:txBody>
      </p:sp>
      <p:sp>
        <p:nvSpPr>
          <p:cNvPr id="501" name="Google Shape;501;p57"/>
          <p:cNvSpPr txBox="1"/>
          <p:nvPr>
            <p:ph idx="5" type="subTitle"/>
          </p:nvPr>
        </p:nvSpPr>
        <p:spPr>
          <a:xfrm>
            <a:off x="6212275" y="1336150"/>
            <a:ext cx="2455500" cy="778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latin typeface="Playfair Display Medium"/>
                <a:ea typeface="Playfair Display Medium"/>
                <a:cs typeface="Playfair Display Medium"/>
                <a:sym typeface="Playfair Display Medium"/>
              </a:rPr>
              <a:t>Defining Escalation</a:t>
            </a:r>
            <a:endParaRPr sz="1800">
              <a:latin typeface="Playfair Display Medium"/>
              <a:ea typeface="Playfair Display Medium"/>
              <a:cs typeface="Playfair Display Medium"/>
              <a:sym typeface="Playfair Display Medium"/>
            </a:endParaRPr>
          </a:p>
        </p:txBody>
      </p:sp>
      <p:sp>
        <p:nvSpPr>
          <p:cNvPr id="502" name="Google Shape;502;p57"/>
          <p:cNvSpPr txBox="1"/>
          <p:nvPr>
            <p:ph idx="3" type="subTitle"/>
          </p:nvPr>
        </p:nvSpPr>
        <p:spPr>
          <a:xfrm>
            <a:off x="483175" y="1336150"/>
            <a:ext cx="2455500" cy="7785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1800">
                <a:latin typeface="Playfair Display Medium"/>
                <a:ea typeface="Playfair Display Medium"/>
                <a:cs typeface="Playfair Display Medium"/>
                <a:sym typeface="Playfair Display Medium"/>
              </a:rPr>
              <a:t>Data Quality and Noise</a:t>
            </a:r>
            <a:endParaRPr sz="1700">
              <a:latin typeface="Playfair Display Medium"/>
              <a:ea typeface="Playfair Display Medium"/>
              <a:cs typeface="Playfair Display Medium"/>
              <a:sym typeface="Playfair Display Medium"/>
            </a:endParaRPr>
          </a:p>
        </p:txBody>
      </p:sp>
      <p:sp>
        <p:nvSpPr>
          <p:cNvPr id="503" name="Google Shape;503;p5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7" name="Shape 507"/>
        <p:cNvGrpSpPr/>
        <p:nvPr/>
      </p:nvGrpSpPr>
      <p:grpSpPr>
        <a:xfrm>
          <a:off x="0" y="0"/>
          <a:ext cx="0" cy="0"/>
          <a:chOff x="0" y="0"/>
          <a:chExt cx="0" cy="0"/>
        </a:xfrm>
      </p:grpSpPr>
      <p:sp>
        <p:nvSpPr>
          <p:cNvPr id="508" name="Google Shape;508;p58"/>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2800">
                <a:solidFill>
                  <a:schemeClr val="lt1"/>
                </a:solidFill>
                <a:latin typeface="Playfair Display"/>
                <a:ea typeface="Playfair Display"/>
                <a:cs typeface="Playfair Display"/>
                <a:sym typeface="Playfair Display"/>
              </a:rPr>
              <a:t>Conclusions </a:t>
            </a:r>
            <a:endParaRPr>
              <a:latin typeface="Playfair Display"/>
              <a:ea typeface="Playfair Display"/>
              <a:cs typeface="Playfair Display"/>
              <a:sym typeface="Playfair Display"/>
            </a:endParaRPr>
          </a:p>
        </p:txBody>
      </p:sp>
      <p:sp>
        <p:nvSpPr>
          <p:cNvPr id="509" name="Google Shape;509;p58"/>
          <p:cNvSpPr txBox="1"/>
          <p:nvPr>
            <p:ph idx="1" type="body"/>
          </p:nvPr>
        </p:nvSpPr>
        <p:spPr>
          <a:xfrm>
            <a:off x="311700" y="1152475"/>
            <a:ext cx="8520600" cy="35313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Font typeface="Playfair Display"/>
              <a:buChar char="●"/>
            </a:pPr>
            <a:r>
              <a:rPr lang="en" sz="1300">
                <a:latin typeface="Playfair Display"/>
                <a:ea typeface="Playfair Display"/>
                <a:cs typeface="Playfair Display"/>
                <a:sym typeface="Playfair Display"/>
              </a:rPr>
              <a:t>Tone below -3  as threshold on critical situations:</a:t>
            </a:r>
            <a:endParaRPr sz="1300">
              <a:latin typeface="Playfair Display"/>
              <a:ea typeface="Playfair Display"/>
              <a:cs typeface="Playfair Display"/>
              <a:sym typeface="Playfair Display"/>
            </a:endParaRPr>
          </a:p>
          <a:p>
            <a:pPr indent="-311150" lvl="1" marL="914400" rtl="0" algn="l">
              <a:spcBef>
                <a:spcPts val="0"/>
              </a:spcBef>
              <a:spcAft>
                <a:spcPts val="0"/>
              </a:spcAft>
              <a:buSzPts val="1300"/>
              <a:buFont typeface="Playfair Display"/>
              <a:buChar char="○"/>
            </a:pPr>
            <a:r>
              <a:rPr lang="en" sz="1300">
                <a:latin typeface="Playfair Display"/>
                <a:ea typeface="Playfair Display"/>
                <a:cs typeface="Playfair Display"/>
                <a:sym typeface="Playfair Display"/>
              </a:rPr>
              <a:t>Converts high-</a:t>
            </a:r>
            <a:r>
              <a:rPr lang="en" sz="1300">
                <a:latin typeface="Playfair Display"/>
                <a:ea typeface="Playfair Display"/>
                <a:cs typeface="Playfair Display"/>
                <a:sym typeface="Playfair Display"/>
              </a:rPr>
              <a:t>volume</a:t>
            </a:r>
            <a:r>
              <a:rPr lang="en" sz="1300">
                <a:latin typeface="Playfair Display"/>
                <a:ea typeface="Playfair Display"/>
                <a:cs typeface="Playfair Display"/>
                <a:sym typeface="Playfair Display"/>
              </a:rPr>
              <a:t>, continuous GDELT data into a </a:t>
            </a:r>
            <a:r>
              <a:rPr i="1" lang="en" sz="1300">
                <a:latin typeface="Playfair Display"/>
                <a:ea typeface="Playfair Display"/>
                <a:cs typeface="Playfair Display"/>
                <a:sym typeface="Playfair Display"/>
              </a:rPr>
              <a:t>simple</a:t>
            </a:r>
            <a:r>
              <a:rPr lang="en" sz="1300">
                <a:latin typeface="Playfair Display"/>
                <a:ea typeface="Playfair Display"/>
                <a:cs typeface="Playfair Display"/>
                <a:sym typeface="Playfair Display"/>
              </a:rPr>
              <a:t>, </a:t>
            </a:r>
            <a:r>
              <a:rPr i="1" lang="en" sz="1300">
                <a:latin typeface="Playfair Display"/>
                <a:ea typeface="Playfair Display"/>
                <a:cs typeface="Playfair Display"/>
                <a:sym typeface="Playfair Display"/>
              </a:rPr>
              <a:t>actionable</a:t>
            </a:r>
            <a:r>
              <a:rPr lang="en" sz="1300">
                <a:latin typeface="Playfair Display"/>
                <a:ea typeface="Playfair Display"/>
                <a:cs typeface="Playfair Display"/>
                <a:sym typeface="Playfair Display"/>
              </a:rPr>
              <a:t> intensity signal.</a:t>
            </a:r>
            <a:endParaRPr sz="1300">
              <a:latin typeface="Playfair Display"/>
              <a:ea typeface="Playfair Display"/>
              <a:cs typeface="Playfair Display"/>
              <a:sym typeface="Playfair Display"/>
            </a:endParaRPr>
          </a:p>
          <a:p>
            <a:pPr indent="-311150" lvl="1" marL="914400" rtl="0" algn="l">
              <a:spcBef>
                <a:spcPts val="0"/>
              </a:spcBef>
              <a:spcAft>
                <a:spcPts val="0"/>
              </a:spcAft>
              <a:buSzPts val="1300"/>
              <a:buFont typeface="Playfair Display"/>
              <a:buChar char="○"/>
            </a:pPr>
            <a:r>
              <a:rPr lang="en" sz="1300">
                <a:latin typeface="Playfair Display"/>
                <a:ea typeface="Playfair Display"/>
                <a:cs typeface="Playfair Display"/>
                <a:sym typeface="Playfair Display"/>
              </a:rPr>
              <a:t>Reduces information lag compared to traditional batch reporting.</a:t>
            </a:r>
            <a:endParaRPr sz="1300">
              <a:latin typeface="Playfair Display"/>
              <a:ea typeface="Playfair Display"/>
              <a:cs typeface="Playfair Display"/>
              <a:sym typeface="Playfair Display"/>
            </a:endParaRPr>
          </a:p>
          <a:p>
            <a:pPr indent="0" lvl="0" marL="914400" rtl="0" algn="l">
              <a:spcBef>
                <a:spcPts val="0"/>
              </a:spcBef>
              <a:spcAft>
                <a:spcPts val="0"/>
              </a:spcAft>
              <a:buNone/>
            </a:pPr>
            <a:r>
              <a:t/>
            </a:r>
            <a:endParaRPr sz="1300">
              <a:latin typeface="Playfair Display"/>
              <a:ea typeface="Playfair Display"/>
              <a:cs typeface="Playfair Display"/>
              <a:sym typeface="Playfair Display"/>
            </a:endParaRPr>
          </a:p>
          <a:p>
            <a:pPr indent="-311150" lvl="0" marL="457200" rtl="0" algn="l">
              <a:spcBef>
                <a:spcPts val="0"/>
              </a:spcBef>
              <a:spcAft>
                <a:spcPts val="0"/>
              </a:spcAft>
              <a:buSzPts val="1300"/>
              <a:buFont typeface="Playfair Display"/>
              <a:buChar char="●"/>
            </a:pPr>
            <a:r>
              <a:rPr lang="en" sz="1300">
                <a:latin typeface="Playfair Display"/>
                <a:ea typeface="Playfair Display"/>
                <a:cs typeface="Playfair Display"/>
                <a:sym typeface="Playfair Display"/>
              </a:rPr>
              <a:t>Streaming pipeline closes the monitoring gap: </a:t>
            </a:r>
            <a:endParaRPr sz="1300">
              <a:latin typeface="Playfair Display"/>
              <a:ea typeface="Playfair Display"/>
              <a:cs typeface="Playfair Display"/>
              <a:sym typeface="Playfair Display"/>
            </a:endParaRPr>
          </a:p>
          <a:p>
            <a:pPr indent="-311150" lvl="1" marL="914400" rtl="0" algn="l">
              <a:spcBef>
                <a:spcPts val="0"/>
              </a:spcBef>
              <a:spcAft>
                <a:spcPts val="0"/>
              </a:spcAft>
              <a:buSzPts val="1300"/>
              <a:buFont typeface="Playfair Display"/>
              <a:buChar char="○"/>
            </a:pPr>
            <a:r>
              <a:rPr lang="en" sz="1300">
                <a:latin typeface="Playfair Display"/>
                <a:ea typeface="Playfair Display"/>
                <a:cs typeface="Playfair Display"/>
                <a:sym typeface="Playfair Display"/>
              </a:rPr>
              <a:t>Process global </a:t>
            </a:r>
            <a:r>
              <a:rPr lang="en" sz="1300">
                <a:latin typeface="Playfair Display"/>
                <a:ea typeface="Playfair Display"/>
                <a:cs typeface="Playfair Display"/>
                <a:sym typeface="Playfair Display"/>
              </a:rPr>
              <a:t>conflict</a:t>
            </a:r>
            <a:r>
              <a:rPr lang="en" sz="1300">
                <a:latin typeface="Playfair Display"/>
                <a:ea typeface="Playfair Display"/>
                <a:cs typeface="Playfair Display"/>
                <a:sym typeface="Playfair Display"/>
              </a:rPr>
              <a:t> data dynamically as it is generated.</a:t>
            </a:r>
            <a:endParaRPr sz="1300">
              <a:latin typeface="Playfair Display"/>
              <a:ea typeface="Playfair Display"/>
              <a:cs typeface="Playfair Display"/>
              <a:sym typeface="Playfair Display"/>
            </a:endParaRPr>
          </a:p>
          <a:p>
            <a:pPr indent="-311150" lvl="1" marL="914400" rtl="0" algn="l">
              <a:spcBef>
                <a:spcPts val="0"/>
              </a:spcBef>
              <a:spcAft>
                <a:spcPts val="0"/>
              </a:spcAft>
              <a:buSzPts val="1300"/>
              <a:buFont typeface="Playfair Display"/>
              <a:buChar char="○"/>
            </a:pPr>
            <a:r>
              <a:rPr lang="en" sz="1300">
                <a:latin typeface="Playfair Display"/>
                <a:ea typeface="Playfair Display"/>
                <a:cs typeface="Playfair Display"/>
                <a:sym typeface="Playfair Display"/>
              </a:rPr>
              <a:t>Replaces slow, periodic updates with </a:t>
            </a:r>
            <a:r>
              <a:rPr lang="en" sz="1300">
                <a:latin typeface="Playfair Display"/>
                <a:ea typeface="Playfair Display"/>
                <a:cs typeface="Playfair Display"/>
                <a:sym typeface="Playfair Display"/>
              </a:rPr>
              <a:t>continuous</a:t>
            </a:r>
            <a:r>
              <a:rPr lang="en" sz="1300">
                <a:latin typeface="Playfair Display"/>
                <a:ea typeface="Playfair Display"/>
                <a:cs typeface="Playfair Display"/>
                <a:sym typeface="Playfair Display"/>
              </a:rPr>
              <a:t> trend detection.</a:t>
            </a:r>
            <a:endParaRPr sz="1300">
              <a:latin typeface="Playfair Display"/>
              <a:ea typeface="Playfair Display"/>
              <a:cs typeface="Playfair Display"/>
              <a:sym typeface="Playfair Display"/>
            </a:endParaRPr>
          </a:p>
          <a:p>
            <a:pPr indent="0" lvl="0" marL="457200" rtl="0" algn="l">
              <a:spcBef>
                <a:spcPts val="0"/>
              </a:spcBef>
              <a:spcAft>
                <a:spcPts val="0"/>
              </a:spcAft>
              <a:buNone/>
            </a:pPr>
            <a:r>
              <a:t/>
            </a:r>
            <a:endParaRPr sz="1300">
              <a:latin typeface="Playfair Display"/>
              <a:ea typeface="Playfair Display"/>
              <a:cs typeface="Playfair Display"/>
              <a:sym typeface="Playfair Display"/>
            </a:endParaRPr>
          </a:p>
          <a:p>
            <a:pPr indent="-311150" lvl="0" marL="457200" rtl="0" algn="l">
              <a:spcBef>
                <a:spcPts val="0"/>
              </a:spcBef>
              <a:spcAft>
                <a:spcPts val="0"/>
              </a:spcAft>
              <a:buSzPts val="1300"/>
              <a:buFont typeface="Playfair Display"/>
              <a:buChar char="●"/>
            </a:pPr>
            <a:r>
              <a:rPr lang="en" sz="1300">
                <a:latin typeface="Playfair Display"/>
                <a:ea typeface="Playfair Display"/>
                <a:cs typeface="Playfair Display"/>
                <a:sym typeface="Playfair Display"/>
              </a:rPr>
              <a:t>Limitations</a:t>
            </a:r>
            <a:r>
              <a:rPr lang="en" sz="1300">
                <a:latin typeface="Playfair Display"/>
                <a:ea typeface="Playfair Display"/>
                <a:cs typeface="Playfair Display"/>
                <a:sym typeface="Playfair Display"/>
              </a:rPr>
              <a:t>:</a:t>
            </a:r>
            <a:endParaRPr sz="1300">
              <a:latin typeface="Playfair Display"/>
              <a:ea typeface="Playfair Display"/>
              <a:cs typeface="Playfair Display"/>
              <a:sym typeface="Playfair Display"/>
            </a:endParaRPr>
          </a:p>
          <a:p>
            <a:pPr indent="-311150" lvl="1" marL="914400" rtl="0" algn="l">
              <a:spcBef>
                <a:spcPts val="0"/>
              </a:spcBef>
              <a:spcAft>
                <a:spcPts val="0"/>
              </a:spcAft>
              <a:buSzPts val="1300"/>
              <a:buFont typeface="Playfair Display"/>
              <a:buChar char="○"/>
            </a:pPr>
            <a:r>
              <a:rPr lang="en" sz="1300">
                <a:latin typeface="Playfair Display"/>
                <a:ea typeface="Playfair Display"/>
                <a:cs typeface="Playfair Display"/>
                <a:sym typeface="Playfair Display"/>
              </a:rPr>
              <a:t>This </a:t>
            </a:r>
            <a:r>
              <a:rPr lang="en" sz="1300">
                <a:latin typeface="Playfair Display"/>
                <a:ea typeface="Playfair Display"/>
                <a:cs typeface="Playfair Display"/>
                <a:sym typeface="Playfair Display"/>
              </a:rPr>
              <a:t>indicator</a:t>
            </a:r>
            <a:r>
              <a:rPr lang="en" sz="1300">
                <a:latin typeface="Playfair Display"/>
                <a:ea typeface="Playfair Display"/>
                <a:cs typeface="Playfair Display"/>
                <a:sym typeface="Playfair Display"/>
              </a:rPr>
              <a:t> provides a signal </a:t>
            </a:r>
            <a:r>
              <a:rPr b="1" i="1" lang="en" sz="1300">
                <a:latin typeface="Playfair Display"/>
                <a:ea typeface="Playfair Display"/>
                <a:cs typeface="Playfair Display"/>
                <a:sym typeface="Playfair Display"/>
              </a:rPr>
              <a:t>that</a:t>
            </a:r>
            <a:r>
              <a:rPr lang="en" sz="1300">
                <a:latin typeface="Playfair Display"/>
                <a:ea typeface="Playfair Display"/>
                <a:cs typeface="Playfair Display"/>
                <a:sym typeface="Playfair Display"/>
              </a:rPr>
              <a:t> a </a:t>
            </a:r>
            <a:r>
              <a:rPr lang="en" sz="1300">
                <a:latin typeface="Playfair Display"/>
                <a:ea typeface="Playfair Display"/>
                <a:cs typeface="Playfair Display"/>
                <a:sym typeface="Playfair Display"/>
              </a:rPr>
              <a:t>situation</a:t>
            </a:r>
            <a:r>
              <a:rPr lang="en" sz="1300">
                <a:latin typeface="Playfair Display"/>
                <a:ea typeface="Playfair Display"/>
                <a:cs typeface="Playfair Display"/>
                <a:sym typeface="Playfair Display"/>
              </a:rPr>
              <a:t> is escalating - not </a:t>
            </a:r>
            <a:r>
              <a:rPr b="1" i="1" lang="en" sz="1300">
                <a:latin typeface="Playfair Display"/>
                <a:ea typeface="Playfair Display"/>
                <a:cs typeface="Playfair Display"/>
                <a:sym typeface="Playfair Display"/>
              </a:rPr>
              <a:t> how </a:t>
            </a:r>
            <a:r>
              <a:rPr lang="en" sz="1300">
                <a:latin typeface="Playfair Display"/>
                <a:ea typeface="Playfair Display"/>
                <a:cs typeface="Playfair Display"/>
                <a:sym typeface="Playfair Display"/>
              </a:rPr>
              <a:t>the region is going to be impacted.</a:t>
            </a:r>
            <a:endParaRPr sz="1300">
              <a:latin typeface="Playfair Display"/>
              <a:ea typeface="Playfair Display"/>
              <a:cs typeface="Playfair Display"/>
              <a:sym typeface="Playfair Display"/>
            </a:endParaRPr>
          </a:p>
          <a:p>
            <a:pPr indent="0" lvl="0" marL="914400" rtl="0" algn="l">
              <a:spcBef>
                <a:spcPts val="0"/>
              </a:spcBef>
              <a:spcAft>
                <a:spcPts val="0"/>
              </a:spcAft>
              <a:buNone/>
            </a:pPr>
            <a:r>
              <a:t/>
            </a:r>
            <a:endParaRPr sz="1300">
              <a:latin typeface="Playfair Display"/>
              <a:ea typeface="Playfair Display"/>
              <a:cs typeface="Playfair Display"/>
              <a:sym typeface="Playfair Display"/>
            </a:endParaRPr>
          </a:p>
          <a:p>
            <a:pPr indent="0" lvl="0" marL="0" rtl="0" algn="l">
              <a:spcBef>
                <a:spcPts val="0"/>
              </a:spcBef>
              <a:spcAft>
                <a:spcPts val="0"/>
              </a:spcAft>
              <a:buNone/>
            </a:pPr>
            <a:r>
              <a:rPr lang="en" sz="1300">
                <a:latin typeface="Playfair Display"/>
                <a:ea typeface="Playfair Display"/>
                <a:cs typeface="Playfair Display"/>
                <a:sym typeface="Playfair Display"/>
              </a:rPr>
              <a:t>	</a:t>
            </a:r>
            <a:endParaRPr sz="1300">
              <a:latin typeface="Playfair Display"/>
              <a:ea typeface="Playfair Display"/>
              <a:cs typeface="Playfair Display"/>
              <a:sym typeface="Playfair Display"/>
            </a:endParaRPr>
          </a:p>
          <a:p>
            <a:pPr indent="457200" lvl="0" marL="0" rtl="0" algn="l">
              <a:spcBef>
                <a:spcPts val="0"/>
              </a:spcBef>
              <a:spcAft>
                <a:spcPts val="0"/>
              </a:spcAft>
              <a:buNone/>
            </a:pPr>
            <a:r>
              <a:rPr i="1" lang="en" sz="1300">
                <a:latin typeface="Playfair Display"/>
                <a:ea typeface="Playfair Display"/>
                <a:cs typeface="Playfair Display"/>
                <a:sym typeface="Playfair Display"/>
              </a:rPr>
              <a:t>The bottom line is that  this provides a scalable, near real-time conflict monitoring tool that gives organizations </a:t>
            </a:r>
            <a:r>
              <a:rPr i="1" lang="en" sz="1300">
                <a:latin typeface="Playfair Display"/>
                <a:ea typeface="Playfair Display"/>
                <a:cs typeface="Playfair Display"/>
                <a:sym typeface="Playfair Display"/>
              </a:rPr>
              <a:t>earlier</a:t>
            </a:r>
            <a:r>
              <a:rPr i="1" lang="en" sz="1300">
                <a:latin typeface="Playfair Display"/>
                <a:ea typeface="Playfair Display"/>
                <a:cs typeface="Playfair Display"/>
                <a:sym typeface="Playfair Display"/>
              </a:rPr>
              <a:t> visibility into escalating </a:t>
            </a:r>
            <a:r>
              <a:rPr i="1" lang="en" sz="1300">
                <a:latin typeface="Playfair Display"/>
                <a:ea typeface="Playfair Display"/>
                <a:cs typeface="Playfair Display"/>
                <a:sym typeface="Playfair Display"/>
              </a:rPr>
              <a:t>situations</a:t>
            </a:r>
            <a:r>
              <a:rPr i="1" lang="en" sz="1300">
                <a:latin typeface="Playfair Display"/>
                <a:ea typeface="Playfair Display"/>
                <a:cs typeface="Playfair Display"/>
                <a:sym typeface="Playfair Display"/>
              </a:rPr>
              <a:t> - closing the information gap that traditional </a:t>
            </a:r>
            <a:r>
              <a:rPr i="1" lang="en" sz="1300">
                <a:latin typeface="Playfair Display"/>
                <a:ea typeface="Playfair Display"/>
                <a:cs typeface="Playfair Display"/>
                <a:sym typeface="Playfair Display"/>
              </a:rPr>
              <a:t>systems cannot address.</a:t>
            </a:r>
            <a:endParaRPr i="1" sz="1300">
              <a:latin typeface="Playfair Display"/>
              <a:ea typeface="Playfair Display"/>
              <a:cs typeface="Playfair Display"/>
              <a:sym typeface="Playfair Display"/>
            </a:endParaRPr>
          </a:p>
        </p:txBody>
      </p:sp>
      <p:sp>
        <p:nvSpPr>
          <p:cNvPr id="510" name="Google Shape;510;p5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14" name="Shape 514"/>
        <p:cNvGrpSpPr/>
        <p:nvPr/>
      </p:nvGrpSpPr>
      <p:grpSpPr>
        <a:xfrm>
          <a:off x="0" y="0"/>
          <a:ext cx="0" cy="0"/>
          <a:chOff x="0" y="0"/>
          <a:chExt cx="0" cy="0"/>
        </a:xfrm>
      </p:grpSpPr>
      <p:sp>
        <p:nvSpPr>
          <p:cNvPr id="515" name="Google Shape;515;p59"/>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2800">
                <a:solidFill>
                  <a:schemeClr val="lt1"/>
                </a:solidFill>
                <a:latin typeface="Playfair Display"/>
                <a:ea typeface="Playfair Display"/>
                <a:cs typeface="Playfair Display"/>
                <a:sym typeface="Playfair Display"/>
              </a:rPr>
              <a:t>Potential Next Steps</a:t>
            </a:r>
            <a:endParaRPr>
              <a:latin typeface="Playfair Display"/>
              <a:ea typeface="Playfair Display"/>
              <a:cs typeface="Playfair Display"/>
              <a:sym typeface="Playfair Display"/>
            </a:endParaRPr>
          </a:p>
        </p:txBody>
      </p:sp>
      <p:sp>
        <p:nvSpPr>
          <p:cNvPr id="516" name="Google Shape;516;p5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000000"/>
                </a:solidFill>
                <a:latin typeface="Playfair Display"/>
                <a:ea typeface="Playfair Display"/>
                <a:cs typeface="Playfair Display"/>
                <a:sym typeface="Playfair Display"/>
              </a:rPr>
              <a:t>Expand regional coverage:</a:t>
            </a:r>
            <a:endParaRPr sz="1300">
              <a:solidFill>
                <a:srgbClr val="000000"/>
              </a:solidFill>
              <a:latin typeface="Playfair Display"/>
              <a:ea typeface="Playfair Display"/>
              <a:cs typeface="Playfair Display"/>
              <a:sym typeface="Playfair Display"/>
            </a:endParaRPr>
          </a:p>
          <a:p>
            <a:pPr indent="-311150" lvl="0" marL="457200" rtl="0" algn="l">
              <a:spcBef>
                <a:spcPts val="1200"/>
              </a:spcBef>
              <a:spcAft>
                <a:spcPts val="0"/>
              </a:spcAft>
              <a:buClr>
                <a:srgbClr val="000000"/>
              </a:buClr>
              <a:buSzPts val="1300"/>
              <a:buFont typeface="Playfair Display"/>
              <a:buChar char="●"/>
            </a:pPr>
            <a:r>
              <a:rPr lang="en" sz="1300">
                <a:solidFill>
                  <a:srgbClr val="000000"/>
                </a:solidFill>
                <a:latin typeface="Playfair Display"/>
                <a:ea typeface="Playfair Display"/>
                <a:cs typeface="Playfair Display"/>
                <a:sym typeface="Playfair Display"/>
              </a:rPr>
              <a:t>Apply the pipeline to additional active conflict zones to validate the tone threshold across different conflict types and geographies.</a:t>
            </a:r>
            <a:endParaRPr sz="1300">
              <a:solidFill>
                <a:srgbClr val="000000"/>
              </a:solidFill>
              <a:latin typeface="Playfair Display"/>
              <a:ea typeface="Playfair Display"/>
              <a:cs typeface="Playfair Display"/>
              <a:sym typeface="Playfair Display"/>
            </a:endParaRPr>
          </a:p>
          <a:p>
            <a:pPr indent="0" lvl="0" marL="0" rtl="0" algn="l">
              <a:spcBef>
                <a:spcPts val="1200"/>
              </a:spcBef>
              <a:spcAft>
                <a:spcPts val="0"/>
              </a:spcAft>
              <a:buNone/>
            </a:pPr>
            <a:r>
              <a:rPr lang="en" sz="1300">
                <a:solidFill>
                  <a:srgbClr val="000000"/>
                </a:solidFill>
                <a:latin typeface="Playfair Display"/>
                <a:ea typeface="Playfair Display"/>
                <a:cs typeface="Playfair Display"/>
                <a:sym typeface="Playfair Display"/>
              </a:rPr>
              <a:t>Enhance the escalation model:</a:t>
            </a:r>
            <a:endParaRPr sz="1300">
              <a:solidFill>
                <a:srgbClr val="000000"/>
              </a:solidFill>
              <a:latin typeface="Playfair Display"/>
              <a:ea typeface="Playfair Display"/>
              <a:cs typeface="Playfair Display"/>
              <a:sym typeface="Playfair Display"/>
            </a:endParaRPr>
          </a:p>
          <a:p>
            <a:pPr indent="-311150" lvl="0" marL="457200" rtl="0" algn="l">
              <a:spcBef>
                <a:spcPts val="1200"/>
              </a:spcBef>
              <a:spcAft>
                <a:spcPts val="0"/>
              </a:spcAft>
              <a:buClr>
                <a:srgbClr val="000000"/>
              </a:buClr>
              <a:buSzPts val="1300"/>
              <a:buFont typeface="Playfair Display"/>
              <a:buChar char="●"/>
            </a:pPr>
            <a:r>
              <a:rPr lang="en" sz="1300">
                <a:solidFill>
                  <a:srgbClr val="000000"/>
                </a:solidFill>
                <a:latin typeface="Playfair Display"/>
                <a:ea typeface="Playfair Display"/>
                <a:cs typeface="Playfair Display"/>
                <a:sym typeface="Playfair Display"/>
              </a:rPr>
              <a:t>Incorporate additional GDELT fields — such as actor types— to improve signal granularity beyond tone.</a:t>
            </a:r>
            <a:endParaRPr sz="1300">
              <a:solidFill>
                <a:srgbClr val="000000"/>
              </a:solidFill>
              <a:latin typeface="Playfair Display"/>
              <a:ea typeface="Playfair Display"/>
              <a:cs typeface="Playfair Display"/>
              <a:sym typeface="Playfair Display"/>
            </a:endParaRPr>
          </a:p>
          <a:p>
            <a:pPr indent="0" lvl="0" marL="0" rtl="0" algn="l">
              <a:spcBef>
                <a:spcPts val="1200"/>
              </a:spcBef>
              <a:spcAft>
                <a:spcPts val="0"/>
              </a:spcAft>
              <a:buNone/>
            </a:pPr>
            <a:r>
              <a:rPr lang="en" sz="1300">
                <a:solidFill>
                  <a:srgbClr val="000000"/>
                </a:solidFill>
                <a:latin typeface="Playfair Display"/>
                <a:ea typeface="Playfair Display"/>
                <a:cs typeface="Playfair Display"/>
                <a:sym typeface="Playfair Display"/>
              </a:rPr>
              <a:t>Integrate external validation sources:</a:t>
            </a:r>
            <a:endParaRPr sz="1300">
              <a:solidFill>
                <a:srgbClr val="000000"/>
              </a:solidFill>
              <a:latin typeface="Playfair Display"/>
              <a:ea typeface="Playfair Display"/>
              <a:cs typeface="Playfair Display"/>
              <a:sym typeface="Playfair Display"/>
            </a:endParaRPr>
          </a:p>
          <a:p>
            <a:pPr indent="-311150" lvl="0" marL="457200" rtl="0" algn="l">
              <a:spcBef>
                <a:spcPts val="1200"/>
              </a:spcBef>
              <a:spcAft>
                <a:spcPts val="0"/>
              </a:spcAft>
              <a:buClr>
                <a:srgbClr val="000000"/>
              </a:buClr>
              <a:buSzPts val="1300"/>
              <a:buFont typeface="Playfair Display"/>
              <a:buChar char="●"/>
            </a:pPr>
            <a:r>
              <a:rPr lang="en" sz="1300">
                <a:solidFill>
                  <a:srgbClr val="000000"/>
                </a:solidFill>
                <a:latin typeface="Playfair Display"/>
                <a:ea typeface="Playfair Display"/>
                <a:cs typeface="Playfair Display"/>
                <a:sym typeface="Playfair Display"/>
              </a:rPr>
              <a:t>Cross-reference escalation flags with UN situation reports, ACLED, or OCHA bulletins to benchmark detection accuracy.</a:t>
            </a:r>
            <a:endParaRPr sz="1300">
              <a:solidFill>
                <a:srgbClr val="000000"/>
              </a:solidFill>
              <a:latin typeface="Playfair Display"/>
              <a:ea typeface="Playfair Display"/>
              <a:cs typeface="Playfair Display"/>
              <a:sym typeface="Playfair Display"/>
            </a:endParaRPr>
          </a:p>
          <a:p>
            <a:pPr indent="0" lvl="0" marL="0" rtl="0" algn="l">
              <a:spcBef>
                <a:spcPts val="1200"/>
              </a:spcBef>
              <a:spcAft>
                <a:spcPts val="0"/>
              </a:spcAft>
              <a:buNone/>
            </a:pPr>
            <a:r>
              <a:t/>
            </a:r>
            <a:endParaRPr i="1" sz="1400">
              <a:latin typeface="Playfair Display"/>
              <a:ea typeface="Playfair Display"/>
              <a:cs typeface="Playfair Display"/>
              <a:sym typeface="Playfair Display"/>
            </a:endParaRPr>
          </a:p>
        </p:txBody>
      </p:sp>
      <p:sp>
        <p:nvSpPr>
          <p:cNvPr id="517" name="Google Shape;517;p5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21" name="Shape 521"/>
        <p:cNvGrpSpPr/>
        <p:nvPr/>
      </p:nvGrpSpPr>
      <p:grpSpPr>
        <a:xfrm>
          <a:off x="0" y="0"/>
          <a:ext cx="0" cy="0"/>
          <a:chOff x="0" y="0"/>
          <a:chExt cx="0" cy="0"/>
        </a:xfrm>
      </p:grpSpPr>
      <p:sp>
        <p:nvSpPr>
          <p:cNvPr id="522" name="Google Shape;522;p60"/>
          <p:cNvSpPr txBox="1"/>
          <p:nvPr>
            <p:ph type="title"/>
          </p:nvPr>
        </p:nvSpPr>
        <p:spPr>
          <a:xfrm>
            <a:off x="311700" y="445025"/>
            <a:ext cx="8520600" cy="572700"/>
          </a:xfrm>
          <a:prstGeom prst="rect">
            <a:avLst/>
          </a:prstGeom>
        </p:spPr>
        <p:txBody>
          <a:bodyPr anchorCtr="0" anchor="ctr" bIns="91425" lIns="91425" spcFirstLastPara="1" rIns="91425" wrap="square" tIns="91425">
            <a:noAutofit/>
          </a:bodyPr>
          <a:lstStyle/>
          <a:p>
            <a:pPr indent="0" lvl="0" marL="0" rtl="0" algn="l">
              <a:lnSpc>
                <a:spcPct val="90000"/>
              </a:lnSpc>
              <a:spcBef>
                <a:spcPts val="0"/>
              </a:spcBef>
              <a:spcAft>
                <a:spcPts val="0"/>
              </a:spcAft>
              <a:buNone/>
            </a:pPr>
            <a:r>
              <a:rPr lang="en" sz="2800">
                <a:solidFill>
                  <a:schemeClr val="lt1"/>
                </a:solidFill>
                <a:latin typeface="Playfair Display"/>
                <a:ea typeface="Playfair Display"/>
                <a:cs typeface="Playfair Display"/>
                <a:sym typeface="Playfair Display"/>
              </a:rPr>
              <a:t>Potential </a:t>
            </a:r>
            <a:r>
              <a:rPr lang="en" sz="2800">
                <a:solidFill>
                  <a:schemeClr val="lt1"/>
                </a:solidFill>
                <a:latin typeface="Playfair Display"/>
                <a:ea typeface="Playfair Display"/>
                <a:cs typeface="Playfair Display"/>
                <a:sym typeface="Playfair Display"/>
              </a:rPr>
              <a:t>Next Steps	 cont.</a:t>
            </a:r>
            <a:endParaRPr>
              <a:latin typeface="Playfair Display"/>
              <a:ea typeface="Playfair Display"/>
              <a:cs typeface="Playfair Display"/>
              <a:sym typeface="Playfair Display"/>
            </a:endParaRPr>
          </a:p>
        </p:txBody>
      </p:sp>
      <p:sp>
        <p:nvSpPr>
          <p:cNvPr id="523" name="Google Shape;523;p60"/>
          <p:cNvSpPr txBox="1"/>
          <p:nvPr>
            <p:ph idx="1" type="body"/>
          </p:nvPr>
        </p:nvSpPr>
        <p:spPr>
          <a:xfrm>
            <a:off x="311700" y="1152475"/>
            <a:ext cx="8520600" cy="353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000000"/>
                </a:solidFill>
                <a:latin typeface="Playfair Display"/>
                <a:ea typeface="Playfair Display"/>
                <a:cs typeface="Playfair Display"/>
                <a:sym typeface="Playfair Display"/>
              </a:rPr>
              <a:t>Test on a current active conflict:</a:t>
            </a:r>
            <a:endParaRPr sz="1300">
              <a:solidFill>
                <a:srgbClr val="000000"/>
              </a:solidFill>
              <a:latin typeface="Playfair Display"/>
              <a:ea typeface="Playfair Display"/>
              <a:cs typeface="Playfair Display"/>
              <a:sym typeface="Playfair Display"/>
            </a:endParaRPr>
          </a:p>
          <a:p>
            <a:pPr indent="-311150" lvl="0" marL="457200" rtl="0" algn="l">
              <a:spcBef>
                <a:spcPts val="1200"/>
              </a:spcBef>
              <a:spcAft>
                <a:spcPts val="0"/>
              </a:spcAft>
              <a:buClr>
                <a:srgbClr val="000000"/>
              </a:buClr>
              <a:buSzPts val="1300"/>
              <a:buFont typeface="Playfair Display"/>
              <a:buChar char="●"/>
            </a:pPr>
            <a:r>
              <a:rPr lang="en" sz="1300">
                <a:solidFill>
                  <a:srgbClr val="000000"/>
                </a:solidFill>
                <a:latin typeface="Playfair Display"/>
                <a:ea typeface="Playfair Display"/>
                <a:cs typeface="Playfair Display"/>
                <a:sym typeface="Playfair Display"/>
              </a:rPr>
              <a:t>Apply the pipeline to an ongoing conflict in real time to assess whether GDELT's live data stream provides enough granularity to detect operationally meaningful shifts.</a:t>
            </a:r>
            <a:endParaRPr sz="1300">
              <a:solidFill>
                <a:srgbClr val="000000"/>
              </a:solidFill>
              <a:latin typeface="Playfair Display"/>
              <a:ea typeface="Playfair Display"/>
              <a:cs typeface="Playfair Display"/>
              <a:sym typeface="Playfair Display"/>
            </a:endParaRPr>
          </a:p>
          <a:p>
            <a:pPr indent="-311150" lvl="0" marL="457200" rtl="0" algn="l">
              <a:spcBef>
                <a:spcPts val="0"/>
              </a:spcBef>
              <a:spcAft>
                <a:spcPts val="0"/>
              </a:spcAft>
              <a:buClr>
                <a:srgbClr val="000000"/>
              </a:buClr>
              <a:buSzPts val="1300"/>
              <a:buFont typeface="Playfair Display"/>
              <a:buChar char="●"/>
            </a:pPr>
            <a:r>
              <a:rPr lang="en" sz="1300">
                <a:solidFill>
                  <a:srgbClr val="000000"/>
                </a:solidFill>
                <a:latin typeface="Playfair Display"/>
                <a:ea typeface="Playfair Display"/>
                <a:cs typeface="Playfair Display"/>
                <a:sym typeface="Playfair Display"/>
              </a:rPr>
              <a:t>Evaluate whether the richness of the live stream differs from historical snapshots in ways that improve or limit the indicator's usefulness.</a:t>
            </a:r>
            <a:endParaRPr sz="1300">
              <a:solidFill>
                <a:srgbClr val="000000"/>
              </a:solidFill>
              <a:latin typeface="Playfair Display"/>
              <a:ea typeface="Playfair Display"/>
              <a:cs typeface="Playfair Display"/>
              <a:sym typeface="Playfair Display"/>
            </a:endParaRPr>
          </a:p>
          <a:p>
            <a:pPr indent="0" lvl="0" marL="0" rtl="0" algn="l">
              <a:spcBef>
                <a:spcPts val="1200"/>
              </a:spcBef>
              <a:spcAft>
                <a:spcPts val="0"/>
              </a:spcAft>
              <a:buNone/>
            </a:pPr>
            <a:r>
              <a:rPr lang="en" sz="1300">
                <a:solidFill>
                  <a:srgbClr val="000000"/>
                </a:solidFill>
                <a:latin typeface="Playfair Display"/>
                <a:ea typeface="Playfair Display"/>
                <a:cs typeface="Playfair Display"/>
                <a:sym typeface="Playfair Display"/>
              </a:rPr>
              <a:t>Assess CAMEO codes and actor fields for operational decision support:</a:t>
            </a:r>
            <a:endParaRPr sz="1300">
              <a:solidFill>
                <a:srgbClr val="000000"/>
              </a:solidFill>
              <a:latin typeface="Playfair Display"/>
              <a:ea typeface="Playfair Display"/>
              <a:cs typeface="Playfair Display"/>
              <a:sym typeface="Playfair Display"/>
            </a:endParaRPr>
          </a:p>
          <a:p>
            <a:pPr indent="-311150" lvl="0" marL="457200" rtl="0" algn="l">
              <a:spcBef>
                <a:spcPts val="1200"/>
              </a:spcBef>
              <a:spcAft>
                <a:spcPts val="0"/>
              </a:spcAft>
              <a:buClr>
                <a:srgbClr val="000000"/>
              </a:buClr>
              <a:buSzPts val="1300"/>
              <a:buFont typeface="Playfair Display"/>
              <a:buChar char="●"/>
            </a:pPr>
            <a:r>
              <a:rPr lang="en" sz="1300">
                <a:solidFill>
                  <a:srgbClr val="000000"/>
                </a:solidFill>
                <a:latin typeface="Playfair Display"/>
                <a:ea typeface="Playfair Display"/>
                <a:cs typeface="Playfair Display"/>
                <a:sym typeface="Playfair Display"/>
              </a:rPr>
              <a:t>Analyze whether sequences of CAMEO event codes and actor metadata can bridge the gap between escalation detection and deployment decisions.</a:t>
            </a:r>
            <a:endParaRPr sz="1300">
              <a:solidFill>
                <a:srgbClr val="000000"/>
              </a:solidFill>
              <a:latin typeface="Playfair Display"/>
              <a:ea typeface="Playfair Display"/>
              <a:cs typeface="Playfair Display"/>
              <a:sym typeface="Playfair Display"/>
            </a:endParaRPr>
          </a:p>
          <a:p>
            <a:pPr indent="-311150" lvl="0" marL="457200" rtl="0" algn="l">
              <a:spcBef>
                <a:spcPts val="0"/>
              </a:spcBef>
              <a:spcAft>
                <a:spcPts val="0"/>
              </a:spcAft>
              <a:buClr>
                <a:srgbClr val="000000"/>
              </a:buClr>
              <a:buSzPts val="1300"/>
              <a:buFont typeface="Arial"/>
              <a:buChar char="●"/>
            </a:pPr>
            <a:r>
              <a:rPr lang="en" sz="1300">
                <a:solidFill>
                  <a:srgbClr val="000000"/>
                </a:solidFill>
                <a:latin typeface="Playfair Display"/>
                <a:ea typeface="Playfair Display"/>
                <a:cs typeface="Playfair Display"/>
                <a:sym typeface="Playfair Display"/>
              </a:rPr>
              <a:t>Focus on escalation chains where diplomatic or economic pressure precedes kinetic conflict — for example, code 135 (Threaten with sanctions) escalating to code 165 (Impose economic sanctions) — as potential precursors to humanitarian need.</a:t>
            </a:r>
            <a:endParaRPr i="1" sz="1300">
              <a:latin typeface="Playfair Display"/>
              <a:ea typeface="Playfair Display"/>
              <a:cs typeface="Playfair Display"/>
              <a:sym typeface="Playfair Display"/>
            </a:endParaRPr>
          </a:p>
        </p:txBody>
      </p:sp>
      <p:sp>
        <p:nvSpPr>
          <p:cNvPr id="524" name="Google Shape;524;p6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sz="800"/>
              <a:t>‹#›</a:t>
            </a:fld>
            <a:endParaRPr sz="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528" name="Shape 528"/>
        <p:cNvGrpSpPr/>
        <p:nvPr/>
      </p:nvGrpSpPr>
      <p:grpSpPr>
        <a:xfrm>
          <a:off x="0" y="0"/>
          <a:ext cx="0" cy="0"/>
          <a:chOff x="0" y="0"/>
          <a:chExt cx="0" cy="0"/>
        </a:xfrm>
      </p:grpSpPr>
      <p:sp>
        <p:nvSpPr>
          <p:cNvPr id="529" name="Google Shape;529;p61"/>
          <p:cNvSpPr txBox="1"/>
          <p:nvPr>
            <p:ph type="title"/>
          </p:nvPr>
        </p:nvSpPr>
        <p:spPr>
          <a:xfrm>
            <a:off x="1182150" y="1765350"/>
            <a:ext cx="6779700" cy="17652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lang="en"/>
              <a:t>Thank you!</a:t>
            </a:r>
            <a:endParaRPr/>
          </a:p>
        </p:txBody>
      </p:sp>
      <p:pic>
        <p:nvPicPr>
          <p:cNvPr descr="A modern glass building under a sunny blue sky. " id="530" name="Google Shape;530;p61"/>
          <p:cNvPicPr preferRelativeResize="0"/>
          <p:nvPr/>
        </p:nvPicPr>
        <p:blipFill rotWithShape="1">
          <a:blip r:embed="rId3">
            <a:alphaModFix/>
          </a:blip>
          <a:srcRect b="36562" l="0" r="0" t="46566"/>
          <a:stretch/>
        </p:blipFill>
        <p:spPr>
          <a:xfrm>
            <a:off x="9127" y="0"/>
            <a:ext cx="9143997" cy="1028275"/>
          </a:xfrm>
          <a:prstGeom prst="rect">
            <a:avLst/>
          </a:prstGeom>
          <a:noFill/>
          <a:ln>
            <a:noFill/>
          </a:ln>
        </p:spPr>
      </p:pic>
      <p:cxnSp>
        <p:nvCxnSpPr>
          <p:cNvPr id="531" name="Google Shape;531;p61"/>
          <p:cNvCxnSpPr/>
          <p:nvPr/>
        </p:nvCxnSpPr>
        <p:spPr>
          <a:xfrm rot="10800000">
            <a:off x="283720" y="4607525"/>
            <a:ext cx="8577300" cy="0"/>
          </a:xfrm>
          <a:prstGeom prst="straightConnector1">
            <a:avLst/>
          </a:prstGeom>
          <a:noFill/>
          <a:ln cap="flat" cmpd="sng" w="9525">
            <a:solidFill>
              <a:schemeClr val="lt1"/>
            </a:solidFill>
            <a:prstDash val="solid"/>
            <a:round/>
            <a:headEnd len="med" w="med" type="none"/>
            <a:tailEnd len="med" w="med" type="none"/>
          </a:ln>
        </p:spPr>
      </p:cxnSp>
      <p:pic>
        <p:nvPicPr>
          <p:cNvPr descr="5G Communication Technology of Internet Network (Provided by Getty Images)" id="532" name="Google Shape;532;p61"/>
          <p:cNvPicPr preferRelativeResize="0"/>
          <p:nvPr>
            <p:ph idx="3" type="pic"/>
          </p:nvPr>
        </p:nvPicPr>
        <p:blipFill rotWithShape="1">
          <a:blip r:embed="rId4">
            <a:alphaModFix/>
          </a:blip>
          <a:srcRect b="72681" l="10359" r="6370" t="7986"/>
          <a:stretch/>
        </p:blipFill>
        <p:spPr>
          <a:xfrm>
            <a:off x="0" y="15875"/>
            <a:ext cx="9144003" cy="1284450"/>
          </a:xfrm>
          <a:prstGeom prst="rect">
            <a:avLst/>
          </a:prstGeom>
        </p:spPr>
      </p:pic>
      <p:sp>
        <p:nvSpPr>
          <p:cNvPr id="533" name="Google Shape;533;p61"/>
          <p:cNvSpPr txBox="1"/>
          <p:nvPr>
            <p:ph idx="12" type="sldNum"/>
          </p:nvPr>
        </p:nvSpPr>
        <p:spPr>
          <a:xfrm>
            <a:off x="8656458" y="4815950"/>
            <a:ext cx="336000" cy="1830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Kickoff Presentation">
  <a:themeElements>
    <a:clrScheme name="Simple Light">
      <a:dk1>
        <a:srgbClr val="FBFBFB"/>
      </a:dk1>
      <a:lt1>
        <a:srgbClr val="1C2026"/>
      </a:lt1>
      <a:dk2>
        <a:srgbClr val="F5F5F5"/>
      </a:dk2>
      <a:lt2>
        <a:srgbClr val="1C2026"/>
      </a:lt2>
      <a:accent1>
        <a:srgbClr val="E9E9E9"/>
      </a:accent1>
      <a:accent2>
        <a:srgbClr val="7A7A7A"/>
      </a:accent2>
      <a:accent3>
        <a:srgbClr val="C2C2C2"/>
      </a:accent3>
      <a:accent4>
        <a:srgbClr val="434343"/>
      </a:accent4>
      <a:accent5>
        <a:srgbClr val="666666"/>
      </a:accent5>
      <a:accent6>
        <a:srgbClr val="999999"/>
      </a:accent6>
      <a:hlink>
        <a:srgbClr val="B7B7B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